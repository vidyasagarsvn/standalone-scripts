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8"/>
  </p:notesMasterIdLst>
  <p:sldIdLst>
    <p:sldId id="256" r:id="rId2"/>
    <p:sldId id="260" r:id="rId3"/>
    <p:sldId id="259" r:id="rId4"/>
    <p:sldId id="261" r:id="rId5"/>
    <p:sldId id="258" r:id="rId6"/>
    <p:sldId id="262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72659"/>
    <a:srgbClr val="01189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EEF08EC-FC52-434E-AD42-3930277B5EC8}" v="3" dt="2026-10-02T16:01:21.82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0659"/>
    <p:restoredTop sz="94635"/>
  </p:normalViewPr>
  <p:slideViewPr>
    <p:cSldViewPr snapToGrid="0">
      <p:cViewPr varScale="1">
        <p:scale>
          <a:sx n="92" d="100"/>
          <a:sy n="92" d="100"/>
        </p:scale>
        <p:origin x="84" y="3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Relationship Id="rId14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Eternal Centurion" userId="e8763818eec01546" providerId="LiveId" clId="{FA74A64B-E685-5E1D-9B0A-7172FA47819C}"/>
    <pc:docChg chg="undo custSel addSld modSld modNotesMaster">
      <pc:chgData name="Eternal Centurion" userId="e8763818eec01546" providerId="LiveId" clId="{FA74A64B-E685-5E1D-9B0A-7172FA47819C}" dt="2026-10-01T21:31:16.964" v="24" actId="26606"/>
      <pc:docMkLst>
        <pc:docMk/>
      </pc:docMkLst>
      <pc:sldChg chg="modSp add mod modNotes">
        <pc:chgData name="Eternal Centurion" userId="e8763818eec01546" providerId="LiveId" clId="{FA74A64B-E685-5E1D-9B0A-7172FA47819C}" dt="2026-10-01T21:30:58.482" v="23" actId="26606"/>
        <pc:sldMkLst>
          <pc:docMk/>
          <pc:sldMk cId="0" sldId="258"/>
        </pc:sldMkLst>
        <pc:spChg chg="mod">
          <ac:chgData name="Eternal Centurion" userId="e8763818eec01546" providerId="LiveId" clId="{FA74A64B-E685-5E1D-9B0A-7172FA47819C}" dt="2026-10-01T21:28:51.246" v="19" actId="26606"/>
          <ac:spMkLst>
            <pc:docMk/>
            <pc:sldMk cId="0" sldId="258"/>
            <ac:spMk id="29" creationId="{00000000-0000-0000-0000-000000000000}"/>
          </ac:spMkLst>
        </pc:spChg>
        <pc:spChg chg="mod">
          <ac:chgData name="Eternal Centurion" userId="e8763818eec01546" providerId="LiveId" clId="{FA74A64B-E685-5E1D-9B0A-7172FA47819C}" dt="2026-10-01T21:28:51.246" v="19" actId="26606"/>
          <ac:spMkLst>
            <pc:docMk/>
            <pc:sldMk cId="0" sldId="258"/>
            <ac:spMk id="31" creationId="{00000000-0000-0000-0000-000000000000}"/>
          </ac:spMkLst>
        </pc:spChg>
        <pc:spChg chg="mod">
          <ac:chgData name="Eternal Centurion" userId="e8763818eec01546" providerId="LiveId" clId="{FA74A64B-E685-5E1D-9B0A-7172FA47819C}" dt="2026-10-01T20:41:19.190" v="13" actId="207"/>
          <ac:spMkLst>
            <pc:docMk/>
            <pc:sldMk cId="0" sldId="258"/>
            <ac:spMk id="35" creationId="{00000000-0000-0000-0000-000000000000}"/>
          </ac:spMkLst>
        </pc:spChg>
        <pc:spChg chg="mod">
          <ac:chgData name="Eternal Centurion" userId="e8763818eec01546" providerId="LiveId" clId="{FA74A64B-E685-5E1D-9B0A-7172FA47819C}" dt="2026-10-01T20:41:26.656" v="14" actId="207"/>
          <ac:spMkLst>
            <pc:docMk/>
            <pc:sldMk cId="0" sldId="258"/>
            <ac:spMk id="39" creationId="{00000000-0000-0000-0000-000000000000}"/>
          </ac:spMkLst>
        </pc:spChg>
        <pc:spChg chg="mod">
          <ac:chgData name="Eternal Centurion" userId="e8763818eec01546" providerId="LiveId" clId="{FA74A64B-E685-5E1D-9B0A-7172FA47819C}" dt="2026-10-01T20:21:30.696" v="1" actId="26606"/>
          <ac:spMkLst>
            <pc:docMk/>
            <pc:sldMk cId="0" sldId="258"/>
            <ac:spMk id="40" creationId="{00000000-0000-0000-0000-000000000000}"/>
          </ac:spMkLst>
        </pc:spChg>
        <pc:spChg chg="mod">
          <ac:chgData name="Eternal Centurion" userId="e8763818eec01546" providerId="LiveId" clId="{FA74A64B-E685-5E1D-9B0A-7172FA47819C}" dt="2026-10-01T20:21:30.696" v="1" actId="26606"/>
          <ac:spMkLst>
            <pc:docMk/>
            <pc:sldMk cId="0" sldId="258"/>
            <ac:spMk id="42" creationId="{00000000-0000-0000-0000-000000000000}"/>
          </ac:spMkLst>
        </pc:spChg>
        <pc:spChg chg="mod">
          <ac:chgData name="Eternal Centurion" userId="e8763818eec01546" providerId="LiveId" clId="{FA74A64B-E685-5E1D-9B0A-7172FA47819C}" dt="2026-10-01T20:41:34.021" v="15" actId="207"/>
          <ac:spMkLst>
            <pc:docMk/>
            <pc:sldMk cId="0" sldId="258"/>
            <ac:spMk id="43" creationId="{00000000-0000-0000-0000-000000000000}"/>
          </ac:spMkLst>
        </pc:spChg>
        <pc:spChg chg="mod">
          <ac:chgData name="Eternal Centurion" userId="e8763818eec01546" providerId="LiveId" clId="{FA74A64B-E685-5E1D-9B0A-7172FA47819C}" dt="2026-10-01T21:28:51.246" v="19" actId="26606"/>
          <ac:spMkLst>
            <pc:docMk/>
            <pc:sldMk cId="0" sldId="258"/>
            <ac:spMk id="45" creationId="{00000000-0000-0000-0000-000000000000}"/>
          </ac:spMkLst>
        </pc:spChg>
        <pc:spChg chg="mod">
          <ac:chgData name="Eternal Centurion" userId="e8763818eec01546" providerId="LiveId" clId="{FA74A64B-E685-5E1D-9B0A-7172FA47819C}" dt="2026-10-01T20:42:00.104" v="18" actId="207"/>
          <ac:spMkLst>
            <pc:docMk/>
            <pc:sldMk cId="0" sldId="258"/>
            <ac:spMk id="47" creationId="{00000000-0000-0000-0000-000000000000}"/>
          </ac:spMkLst>
        </pc:spChg>
        <pc:spChg chg="mod">
          <ac:chgData name="Eternal Centurion" userId="e8763818eec01546" providerId="LiveId" clId="{FA74A64B-E685-5E1D-9B0A-7172FA47819C}" dt="2026-10-01T21:28:51.246" v="19" actId="26606"/>
          <ac:spMkLst>
            <pc:docMk/>
            <pc:sldMk cId="0" sldId="258"/>
            <ac:spMk id="49" creationId="{00000000-0000-0000-0000-000000000000}"/>
          </ac:spMkLst>
        </pc:spChg>
        <pc:spChg chg="mod">
          <ac:chgData name="Eternal Centurion" userId="e8763818eec01546" providerId="LiveId" clId="{FA74A64B-E685-5E1D-9B0A-7172FA47819C}" dt="2026-10-01T20:41:54.706" v="17" actId="207"/>
          <ac:spMkLst>
            <pc:docMk/>
            <pc:sldMk cId="0" sldId="258"/>
            <ac:spMk id="51" creationId="{00000000-0000-0000-0000-000000000000}"/>
          </ac:spMkLst>
        </pc:spChg>
        <pc:spChg chg="mod">
          <ac:chgData name="Eternal Centurion" userId="e8763818eec01546" providerId="LiveId" clId="{FA74A64B-E685-5E1D-9B0A-7172FA47819C}" dt="2026-10-01T21:28:51.246" v="19" actId="26606"/>
          <ac:spMkLst>
            <pc:docMk/>
            <pc:sldMk cId="0" sldId="258"/>
            <ac:spMk id="53" creationId="{00000000-0000-0000-0000-000000000000}"/>
          </ac:spMkLst>
        </pc:spChg>
        <pc:spChg chg="mod">
          <ac:chgData name="Eternal Centurion" userId="e8763818eec01546" providerId="LiveId" clId="{FA74A64B-E685-5E1D-9B0A-7172FA47819C}" dt="2026-10-01T20:41:38.606" v="16" actId="207"/>
          <ac:spMkLst>
            <pc:docMk/>
            <pc:sldMk cId="0" sldId="258"/>
            <ac:spMk id="63" creationId="{00000000-0000-0000-0000-000000000000}"/>
          </ac:spMkLst>
        </pc:spChg>
        <pc:spChg chg="mod">
          <ac:chgData name="Eternal Centurion" userId="e8763818eec01546" providerId="LiveId" clId="{FA74A64B-E685-5E1D-9B0A-7172FA47819C}" dt="2026-10-01T21:30:58.482" v="23" actId="26606"/>
          <ac:spMkLst>
            <pc:docMk/>
            <pc:sldMk cId="0" sldId="258"/>
            <ac:spMk id="65" creationId="{00000000-0000-0000-0000-000000000000}"/>
          </ac:spMkLst>
        </pc:spChg>
        <pc:cxnChg chg="mod">
          <ac:chgData name="Eternal Centurion" userId="e8763818eec01546" providerId="LiveId" clId="{FA74A64B-E685-5E1D-9B0A-7172FA47819C}" dt="2026-10-01T20:21:51.675" v="2" actId="26606"/>
          <ac:cxnSpMkLst>
            <pc:docMk/>
            <pc:sldMk cId="0" sldId="258"/>
            <ac:cxnSpMk id="3" creationId="{00000000-0000-0000-0000-000000000000}"/>
          </ac:cxnSpMkLst>
        </pc:cxnChg>
        <pc:cxnChg chg="mod">
          <ac:chgData name="Eternal Centurion" userId="e8763818eec01546" providerId="LiveId" clId="{FA74A64B-E685-5E1D-9B0A-7172FA47819C}" dt="2026-10-01T20:21:51.675" v="2" actId="26606"/>
          <ac:cxnSpMkLst>
            <pc:docMk/>
            <pc:sldMk cId="0" sldId="258"/>
            <ac:cxnSpMk id="32" creationId="{00000000-0000-0000-0000-000000000000}"/>
          </ac:cxnSpMkLst>
        </pc:cxnChg>
      </pc:sldChg>
      <pc:sldChg chg="new">
        <pc:chgData name="Eternal Centurion" userId="e8763818eec01546" providerId="LiveId" clId="{FA74A64B-E685-5E1D-9B0A-7172FA47819C}" dt="2026-10-01T20:25:24.372" v="6" actId="680"/>
        <pc:sldMkLst>
          <pc:docMk/>
          <pc:sldMk cId="2088778080" sldId="259"/>
        </pc:sldMkLst>
      </pc:sldChg>
    </pc:docChg>
  </pc:docChgLst>
  <pc:docChgLst>
    <pc:chgData name="Eternal Centurion" userId="e8763818eec01546" providerId="LiveId" clId="{3F82CCBD-19C3-4A10-8C8B-FF6F78865329}"/>
    <pc:docChg chg="undo redo custSel addSld delSld modSld sldOrd modNotesMaster">
      <pc:chgData name="Eternal Centurion" userId="e8763818eec01546" providerId="LiveId" clId="{3F82CCBD-19C3-4A10-8C8B-FF6F78865329}" dt="2026-10-02T16:36:33.693" v="3032" actId="2696"/>
      <pc:docMkLst>
        <pc:docMk/>
      </pc:docMkLst>
      <pc:sldChg chg="del">
        <pc:chgData name="Eternal Centurion" userId="e8763818eec01546" providerId="LiveId" clId="{3F82CCBD-19C3-4A10-8C8B-FF6F78865329}" dt="2026-10-02T12:44:04.071" v="594" actId="2696"/>
        <pc:sldMkLst>
          <pc:docMk/>
          <pc:sldMk cId="1742476044" sldId="257"/>
        </pc:sldMkLst>
      </pc:sldChg>
      <pc:sldChg chg="addSp modSp mod">
        <pc:chgData name="Eternal Centurion" userId="e8763818eec01546" providerId="LiveId" clId="{3F82CCBD-19C3-4A10-8C8B-FF6F78865329}" dt="2026-10-02T12:52:46.910" v="599" actId="26606"/>
        <pc:sldMkLst>
          <pc:docMk/>
          <pc:sldMk cId="0" sldId="258"/>
        </pc:sldMkLst>
        <pc:spChg chg="mod">
          <ac:chgData name="Eternal Centurion" userId="e8763818eec01546" providerId="LiveId" clId="{3F82CCBD-19C3-4A10-8C8B-FF6F78865329}" dt="2026-10-02T12:52:46.910" v="599" actId="26606"/>
          <ac:spMkLst>
            <pc:docMk/>
            <pc:sldMk cId="0" sldId="258"/>
            <ac:spMk id="15" creationId="{00000000-0000-0000-0000-000000000000}"/>
          </ac:spMkLst>
        </pc:spChg>
        <pc:spChg chg="mod">
          <ac:chgData name="Eternal Centurion" userId="e8763818eec01546" providerId="LiveId" clId="{3F82CCBD-19C3-4A10-8C8B-FF6F78865329}" dt="2026-10-02T09:53:07.407" v="2" actId="26606"/>
          <ac:spMkLst>
            <pc:docMk/>
            <pc:sldMk cId="0" sldId="258"/>
            <ac:spMk id="16" creationId="{00000000-0000-0000-0000-000000000000}"/>
          </ac:spMkLst>
        </pc:spChg>
        <pc:spChg chg="mod">
          <ac:chgData name="Eternal Centurion" userId="e8763818eec01546" providerId="LiveId" clId="{3F82CCBD-19C3-4A10-8C8B-FF6F78865329}" dt="2026-10-02T09:53:07.407" v="2" actId="26606"/>
          <ac:spMkLst>
            <pc:docMk/>
            <pc:sldMk cId="0" sldId="258"/>
            <ac:spMk id="17" creationId="{00000000-0000-0000-0000-000000000000}"/>
          </ac:spMkLst>
        </pc:spChg>
        <pc:spChg chg="mod">
          <ac:chgData name="Eternal Centurion" userId="e8763818eec01546" providerId="LiveId" clId="{3F82CCBD-19C3-4A10-8C8B-FF6F78865329}" dt="2026-10-02T09:58:25.970" v="7" actId="26606"/>
          <ac:spMkLst>
            <pc:docMk/>
            <pc:sldMk cId="0" sldId="258"/>
            <ac:spMk id="27" creationId="{00000000-0000-0000-0000-000000000000}"/>
          </ac:spMkLst>
        </pc:spChg>
        <pc:spChg chg="mod">
          <ac:chgData name="Eternal Centurion" userId="e8763818eec01546" providerId="LiveId" clId="{3F82CCBD-19C3-4A10-8C8B-FF6F78865329}" dt="2026-10-02T09:50:19.583" v="0" actId="26606"/>
          <ac:spMkLst>
            <pc:docMk/>
            <pc:sldMk cId="0" sldId="258"/>
            <ac:spMk id="28" creationId="{00000000-0000-0000-0000-000000000000}"/>
          </ac:spMkLst>
        </pc:spChg>
        <pc:spChg chg="mod">
          <ac:chgData name="Eternal Centurion" userId="e8763818eec01546" providerId="LiveId" clId="{3F82CCBD-19C3-4A10-8C8B-FF6F78865329}" dt="2026-10-02T12:52:46.910" v="599" actId="26606"/>
          <ac:spMkLst>
            <pc:docMk/>
            <pc:sldMk cId="0" sldId="258"/>
            <ac:spMk id="29" creationId="{00000000-0000-0000-0000-000000000000}"/>
          </ac:spMkLst>
        </pc:spChg>
        <pc:spChg chg="mod">
          <ac:chgData name="Eternal Centurion" userId="e8763818eec01546" providerId="LiveId" clId="{3F82CCBD-19C3-4A10-8C8B-FF6F78865329}" dt="2026-10-02T12:52:46.910" v="599" actId="26606"/>
          <ac:spMkLst>
            <pc:docMk/>
            <pc:sldMk cId="0" sldId="258"/>
            <ac:spMk id="30" creationId="{00000000-0000-0000-0000-000000000000}"/>
          </ac:spMkLst>
        </pc:spChg>
        <pc:spChg chg="mod">
          <ac:chgData name="Eternal Centurion" userId="e8763818eec01546" providerId="LiveId" clId="{3F82CCBD-19C3-4A10-8C8B-FF6F78865329}" dt="2026-10-02T09:50:19.583" v="0" actId="26606"/>
          <ac:spMkLst>
            <pc:docMk/>
            <pc:sldMk cId="0" sldId="258"/>
            <ac:spMk id="31" creationId="{00000000-0000-0000-0000-000000000000}"/>
          </ac:spMkLst>
        </pc:spChg>
        <pc:spChg chg="mod">
          <ac:chgData name="Eternal Centurion" userId="e8763818eec01546" providerId="LiveId" clId="{3F82CCBD-19C3-4A10-8C8B-FF6F78865329}" dt="2026-10-02T09:58:25.970" v="7" actId="26606"/>
          <ac:spMkLst>
            <pc:docMk/>
            <pc:sldMk cId="0" sldId="258"/>
            <ac:spMk id="38" creationId="{00000000-0000-0000-0000-000000000000}"/>
          </ac:spMkLst>
        </pc:spChg>
        <pc:spChg chg="mod">
          <ac:chgData name="Eternal Centurion" userId="e8763818eec01546" providerId="LiveId" clId="{3F82CCBD-19C3-4A10-8C8B-FF6F78865329}" dt="2026-10-02T10:00:36.506" v="9" actId="26606"/>
          <ac:spMkLst>
            <pc:docMk/>
            <pc:sldMk cId="0" sldId="258"/>
            <ac:spMk id="40" creationId="{00000000-0000-0000-0000-000000000000}"/>
          </ac:spMkLst>
        </pc:spChg>
        <pc:spChg chg="mod">
          <ac:chgData name="Eternal Centurion" userId="e8763818eec01546" providerId="LiveId" clId="{3F82CCBD-19C3-4A10-8C8B-FF6F78865329}" dt="2026-10-02T10:12:44.324" v="11" actId="26606"/>
          <ac:spMkLst>
            <pc:docMk/>
            <pc:sldMk cId="0" sldId="258"/>
            <ac:spMk id="41" creationId="{00000000-0000-0000-0000-000000000000}"/>
          </ac:spMkLst>
        </pc:spChg>
        <pc:spChg chg="mod">
          <ac:chgData name="Eternal Centurion" userId="e8763818eec01546" providerId="LiveId" clId="{3F82CCBD-19C3-4A10-8C8B-FF6F78865329}" dt="2026-10-02T09:58:25.970" v="7" actId="26606"/>
          <ac:spMkLst>
            <pc:docMk/>
            <pc:sldMk cId="0" sldId="258"/>
            <ac:spMk id="43" creationId="{00000000-0000-0000-0000-000000000000}"/>
          </ac:spMkLst>
        </pc:spChg>
        <pc:spChg chg="mod">
          <ac:chgData name="Eternal Centurion" userId="e8763818eec01546" providerId="LiveId" clId="{3F82CCBD-19C3-4A10-8C8B-FF6F78865329}" dt="2026-10-02T09:58:25.970" v="7" actId="26606"/>
          <ac:spMkLst>
            <pc:docMk/>
            <pc:sldMk cId="0" sldId="258"/>
            <ac:spMk id="44" creationId="{00000000-0000-0000-0000-000000000000}"/>
          </ac:spMkLst>
        </pc:spChg>
        <pc:spChg chg="mod">
          <ac:chgData name="Eternal Centurion" userId="e8763818eec01546" providerId="LiveId" clId="{3F82CCBD-19C3-4A10-8C8B-FF6F78865329}" dt="2026-10-02T12:52:46.910" v="599" actId="26606"/>
          <ac:spMkLst>
            <pc:docMk/>
            <pc:sldMk cId="0" sldId="258"/>
            <ac:spMk id="45" creationId="{00000000-0000-0000-0000-000000000000}"/>
          </ac:spMkLst>
        </pc:spChg>
        <pc:spChg chg="mod">
          <ac:chgData name="Eternal Centurion" userId="e8763818eec01546" providerId="LiveId" clId="{3F82CCBD-19C3-4A10-8C8B-FF6F78865329}" dt="2026-10-02T09:53:34.556" v="3" actId="26606"/>
          <ac:spMkLst>
            <pc:docMk/>
            <pc:sldMk cId="0" sldId="258"/>
            <ac:spMk id="46" creationId="{00000000-0000-0000-0000-000000000000}"/>
          </ac:spMkLst>
        </pc:spChg>
        <pc:spChg chg="mod">
          <ac:chgData name="Eternal Centurion" userId="e8763818eec01546" providerId="LiveId" clId="{3F82CCBD-19C3-4A10-8C8B-FF6F78865329}" dt="2026-10-02T09:53:07.407" v="2" actId="26606"/>
          <ac:spMkLst>
            <pc:docMk/>
            <pc:sldMk cId="0" sldId="258"/>
            <ac:spMk id="47" creationId="{00000000-0000-0000-0000-000000000000}"/>
          </ac:spMkLst>
        </pc:spChg>
        <pc:spChg chg="mod">
          <ac:chgData name="Eternal Centurion" userId="e8763818eec01546" providerId="LiveId" clId="{3F82CCBD-19C3-4A10-8C8B-FF6F78865329}" dt="2026-10-02T09:53:07.407" v="2" actId="26606"/>
          <ac:spMkLst>
            <pc:docMk/>
            <pc:sldMk cId="0" sldId="258"/>
            <ac:spMk id="48" creationId="{00000000-0000-0000-0000-000000000000}"/>
          </ac:spMkLst>
        </pc:spChg>
        <pc:spChg chg="mod">
          <ac:chgData name="Eternal Centurion" userId="e8763818eec01546" providerId="LiveId" clId="{3F82CCBD-19C3-4A10-8C8B-FF6F78865329}" dt="2026-10-02T12:52:46.910" v="599" actId="26606"/>
          <ac:spMkLst>
            <pc:docMk/>
            <pc:sldMk cId="0" sldId="258"/>
            <ac:spMk id="50" creationId="{00000000-0000-0000-0000-000000000000}"/>
          </ac:spMkLst>
        </pc:spChg>
        <pc:spChg chg="mod">
          <ac:chgData name="Eternal Centurion" userId="e8763818eec01546" providerId="LiveId" clId="{3F82CCBD-19C3-4A10-8C8B-FF6F78865329}" dt="2026-10-02T12:52:46.910" v="599" actId="26606"/>
          <ac:spMkLst>
            <pc:docMk/>
            <pc:sldMk cId="0" sldId="258"/>
            <ac:spMk id="53" creationId="{00000000-0000-0000-0000-000000000000}"/>
          </ac:spMkLst>
        </pc:spChg>
        <pc:spChg chg="mod">
          <ac:chgData name="Eternal Centurion" userId="e8763818eec01546" providerId="LiveId" clId="{3F82CCBD-19C3-4A10-8C8B-FF6F78865329}" dt="2026-10-02T09:53:07.407" v="2" actId="26606"/>
          <ac:spMkLst>
            <pc:docMk/>
            <pc:sldMk cId="0" sldId="258"/>
            <ac:spMk id="55" creationId="{00000000-0000-0000-0000-000000000000}"/>
          </ac:spMkLst>
        </pc:spChg>
        <pc:spChg chg="mod">
          <ac:chgData name="Eternal Centurion" userId="e8763818eec01546" providerId="LiveId" clId="{3F82CCBD-19C3-4A10-8C8B-FF6F78865329}" dt="2026-10-02T12:52:46.910" v="599" actId="26606"/>
          <ac:spMkLst>
            <pc:docMk/>
            <pc:sldMk cId="0" sldId="258"/>
            <ac:spMk id="57" creationId="{00000000-0000-0000-0000-000000000000}"/>
          </ac:spMkLst>
        </pc:spChg>
        <pc:spChg chg="mod">
          <ac:chgData name="Eternal Centurion" userId="e8763818eec01546" providerId="LiveId" clId="{3F82CCBD-19C3-4A10-8C8B-FF6F78865329}" dt="2026-10-02T09:53:07.407" v="2" actId="26606"/>
          <ac:spMkLst>
            <pc:docMk/>
            <pc:sldMk cId="0" sldId="258"/>
            <ac:spMk id="60" creationId="{00000000-0000-0000-0000-000000000000}"/>
          </ac:spMkLst>
        </pc:spChg>
        <pc:spChg chg="mod">
          <ac:chgData name="Eternal Centurion" userId="e8763818eec01546" providerId="LiveId" clId="{3F82CCBD-19C3-4A10-8C8B-FF6F78865329}" dt="2026-10-02T09:58:25.970" v="7" actId="26606"/>
          <ac:spMkLst>
            <pc:docMk/>
            <pc:sldMk cId="0" sldId="258"/>
            <ac:spMk id="62" creationId="{00000000-0000-0000-0000-000000000000}"/>
          </ac:spMkLst>
        </pc:spChg>
        <pc:spChg chg="mod">
          <ac:chgData name="Eternal Centurion" userId="e8763818eec01546" providerId="LiveId" clId="{3F82CCBD-19C3-4A10-8C8B-FF6F78865329}" dt="2026-10-02T12:52:46.910" v="599" actId="26606"/>
          <ac:spMkLst>
            <pc:docMk/>
            <pc:sldMk cId="0" sldId="258"/>
            <ac:spMk id="63" creationId="{00000000-0000-0000-0000-000000000000}"/>
          </ac:spMkLst>
        </pc:spChg>
        <pc:spChg chg="mod">
          <ac:chgData name="Eternal Centurion" userId="e8763818eec01546" providerId="LiveId" clId="{3F82CCBD-19C3-4A10-8C8B-FF6F78865329}" dt="2026-10-02T09:58:25.970" v="7" actId="26606"/>
          <ac:spMkLst>
            <pc:docMk/>
            <pc:sldMk cId="0" sldId="258"/>
            <ac:spMk id="64" creationId="{00000000-0000-0000-0000-000000000000}"/>
          </ac:spMkLst>
        </pc:spChg>
        <pc:spChg chg="add mod">
          <ac:chgData name="Eternal Centurion" userId="e8763818eec01546" providerId="LiveId" clId="{3F82CCBD-19C3-4A10-8C8B-FF6F78865329}" dt="2026-10-02T09:58:25.970" v="7" actId="26606"/>
          <ac:spMkLst>
            <pc:docMk/>
            <pc:sldMk cId="0" sldId="258"/>
            <ac:spMk id="70" creationId="{00000000-0000-0000-0000-000000000000}"/>
          </ac:spMkLst>
        </pc:spChg>
        <pc:spChg chg="add">
          <ac:chgData name="Eternal Centurion" userId="e8763818eec01546" providerId="LiveId" clId="{3F82CCBD-19C3-4A10-8C8B-FF6F78865329}" dt="2026-10-02T09:53:07.407" v="2" actId="26606"/>
          <ac:spMkLst>
            <pc:docMk/>
            <pc:sldMk cId="0" sldId="258"/>
            <ac:spMk id="71" creationId="{00000000-0000-0000-0000-000000000000}"/>
          </ac:spMkLst>
        </pc:spChg>
        <pc:spChg chg="mod">
          <ac:chgData name="Eternal Centurion" userId="e8763818eec01546" providerId="LiveId" clId="{3F82CCBD-19C3-4A10-8C8B-FF6F78865329}" dt="2026-10-02T12:52:46.910" v="599" actId="26606"/>
          <ac:spMkLst>
            <pc:docMk/>
            <pc:sldMk cId="0" sldId="258"/>
            <ac:spMk id="73" creationId="{00000000-0000-0000-0000-000000000000}"/>
          </ac:spMkLst>
        </pc:spChg>
        <pc:spChg chg="add">
          <ac:chgData name="Eternal Centurion" userId="e8763818eec01546" providerId="LiveId" clId="{3F82CCBD-19C3-4A10-8C8B-FF6F78865329}" dt="2026-10-02T09:53:07.407" v="2" actId="26606"/>
          <ac:spMkLst>
            <pc:docMk/>
            <pc:sldMk cId="0" sldId="258"/>
            <ac:spMk id="74" creationId="{00000000-0000-0000-0000-000000000000}"/>
          </ac:spMkLst>
        </pc:spChg>
        <pc:spChg chg="mod">
          <ac:chgData name="Eternal Centurion" userId="e8763818eec01546" providerId="LiveId" clId="{3F82CCBD-19C3-4A10-8C8B-FF6F78865329}" dt="2026-10-02T12:52:46.910" v="599" actId="26606"/>
          <ac:spMkLst>
            <pc:docMk/>
            <pc:sldMk cId="0" sldId="258"/>
            <ac:spMk id="80" creationId="{00000000-0000-0000-0000-000000000000}"/>
          </ac:spMkLst>
        </pc:spChg>
        <pc:cxnChg chg="mod">
          <ac:chgData name="Eternal Centurion" userId="e8763818eec01546" providerId="LiveId" clId="{3F82CCBD-19C3-4A10-8C8B-FF6F78865329}" dt="2026-10-02T09:50:19.583" v="0" actId="26606"/>
          <ac:cxnSpMkLst>
            <pc:docMk/>
            <pc:sldMk cId="0" sldId="258"/>
            <ac:cxnSpMk id="3" creationId="{00000000-0000-0000-0000-000000000000}"/>
          </ac:cxnSpMkLst>
        </pc:cxnChg>
        <pc:cxnChg chg="mod">
          <ac:chgData name="Eternal Centurion" userId="e8763818eec01546" providerId="LiveId" clId="{3F82CCBD-19C3-4A10-8C8B-FF6F78865329}" dt="2026-10-02T09:50:19.583" v="0" actId="26606"/>
          <ac:cxnSpMkLst>
            <pc:docMk/>
            <pc:sldMk cId="0" sldId="258"/>
            <ac:cxnSpMk id="32" creationId="{00000000-0000-0000-0000-000000000000}"/>
          </ac:cxnSpMkLst>
        </pc:cxnChg>
        <pc:cxnChg chg="mod">
          <ac:chgData name="Eternal Centurion" userId="e8763818eec01546" providerId="LiveId" clId="{3F82CCBD-19C3-4A10-8C8B-FF6F78865329}" dt="2026-10-02T09:50:19.583" v="0" actId="26606"/>
          <ac:cxnSpMkLst>
            <pc:docMk/>
            <pc:sldMk cId="0" sldId="258"/>
            <ac:cxnSpMk id="33" creationId="{00000000-0000-0000-0000-000000000000}"/>
          </ac:cxnSpMkLst>
        </pc:cxnChg>
        <pc:cxnChg chg="add">
          <ac:chgData name="Eternal Centurion" userId="e8763818eec01546" providerId="LiveId" clId="{3F82CCBD-19C3-4A10-8C8B-FF6F78865329}" dt="2026-10-02T09:50:19.583" v="0" actId="26606"/>
          <ac:cxnSpMkLst>
            <pc:docMk/>
            <pc:sldMk cId="0" sldId="258"/>
            <ac:cxnSpMk id="66" creationId="{00000000-0000-0000-0000-000000000000}"/>
          </ac:cxnSpMkLst>
        </pc:cxnChg>
        <pc:cxnChg chg="mod">
          <ac:chgData name="Eternal Centurion" userId="e8763818eec01546" providerId="LiveId" clId="{3F82CCBD-19C3-4A10-8C8B-FF6F78865329}" dt="2026-10-02T09:53:34.556" v="3" actId="26606"/>
          <ac:cxnSpMkLst>
            <pc:docMk/>
            <pc:sldMk cId="0" sldId="258"/>
            <ac:cxnSpMk id="68" creationId="{00000000-0000-0000-0000-000000000000}"/>
          </ac:cxnSpMkLst>
        </pc:cxnChg>
        <pc:cxnChg chg="mod">
          <ac:chgData name="Eternal Centurion" userId="e8763818eec01546" providerId="LiveId" clId="{3F82CCBD-19C3-4A10-8C8B-FF6F78865329}" dt="2026-10-02T09:53:34.556" v="3" actId="26606"/>
          <ac:cxnSpMkLst>
            <pc:docMk/>
            <pc:sldMk cId="0" sldId="258"/>
            <ac:cxnSpMk id="69" creationId="{00000000-0000-0000-0000-000000000000}"/>
          </ac:cxnSpMkLst>
        </pc:cxnChg>
      </pc:sldChg>
      <pc:sldChg chg="addSp delSp modSp mod ord">
        <pc:chgData name="Eternal Centurion" userId="e8763818eec01546" providerId="LiveId" clId="{3F82CCBD-19C3-4A10-8C8B-FF6F78865329}" dt="2026-10-02T16:36:02.399" v="3030" actId="26606"/>
        <pc:sldMkLst>
          <pc:docMk/>
          <pc:sldMk cId="2088778080" sldId="259"/>
        </pc:sldMkLst>
        <pc:spChg chg="mod">
          <ac:chgData name="Eternal Centurion" userId="e8763818eec01546" providerId="LiveId" clId="{3F82CCBD-19C3-4A10-8C8B-FF6F78865329}" dt="2026-10-02T16:34:46.203" v="3027" actId="26606"/>
          <ac:spMkLst>
            <pc:docMk/>
            <pc:sldMk cId="2088778080" sldId="259"/>
            <ac:spMk id="2" creationId="{5DA86FC5-C14C-4BCA-AFCA-A568554BE528}"/>
          </ac:spMkLst>
        </pc:spChg>
        <pc:spChg chg="mod">
          <ac:chgData name="Eternal Centurion" userId="e8763818eec01546" providerId="LiveId" clId="{3F82CCBD-19C3-4A10-8C8B-FF6F78865329}" dt="2026-10-02T16:32:44.836" v="3024" actId="27636"/>
          <ac:spMkLst>
            <pc:docMk/>
            <pc:sldMk cId="2088778080" sldId="259"/>
            <ac:spMk id="3" creationId="{7A81A9B4-9EF2-9424-B8FB-D05520C6C271}"/>
          </ac:spMkLst>
        </pc:spChg>
        <pc:spChg chg="add mod">
          <ac:chgData name="Eternal Centurion" userId="e8763818eec01546" providerId="LiveId" clId="{3F82CCBD-19C3-4A10-8C8B-FF6F78865329}" dt="2026-10-02T16:35:45.612" v="3029" actId="26606"/>
          <ac:spMkLst>
            <pc:docMk/>
            <pc:sldMk cId="2088778080" sldId="259"/>
            <ac:spMk id="4" creationId="{00000000-0000-0000-0000-000000000000}"/>
          </ac:spMkLst>
        </pc:spChg>
        <pc:spChg chg="mod">
          <ac:chgData name="Eternal Centurion" userId="e8763818eec01546" providerId="LiveId" clId="{3F82CCBD-19C3-4A10-8C8B-FF6F78865329}" dt="2026-10-02T16:35:45.612" v="3029" actId="26606"/>
          <ac:spMkLst>
            <pc:docMk/>
            <pc:sldMk cId="2088778080" sldId="259"/>
            <ac:spMk id="5" creationId="{00000000-0000-0000-0000-000000000000}"/>
          </ac:spMkLst>
        </pc:spChg>
        <pc:spChg chg="mod">
          <ac:chgData name="Eternal Centurion" userId="e8763818eec01546" providerId="LiveId" clId="{3F82CCBD-19C3-4A10-8C8B-FF6F78865329}" dt="2026-10-02T16:35:45.612" v="3029" actId="26606"/>
          <ac:spMkLst>
            <pc:docMk/>
            <pc:sldMk cId="2088778080" sldId="259"/>
            <ac:spMk id="6" creationId="{00000000-0000-0000-0000-000000000000}"/>
          </ac:spMkLst>
        </pc:spChg>
        <pc:spChg chg="add mod">
          <ac:chgData name="Eternal Centurion" userId="e8763818eec01546" providerId="LiveId" clId="{3F82CCBD-19C3-4A10-8C8B-FF6F78865329}" dt="2026-10-02T16:35:45.612" v="3029" actId="26606"/>
          <ac:spMkLst>
            <pc:docMk/>
            <pc:sldMk cId="2088778080" sldId="259"/>
            <ac:spMk id="7" creationId="{00000000-0000-0000-0000-000000000000}"/>
          </ac:spMkLst>
        </pc:spChg>
        <pc:spChg chg="mod">
          <ac:chgData name="Eternal Centurion" userId="e8763818eec01546" providerId="LiveId" clId="{3F82CCBD-19C3-4A10-8C8B-FF6F78865329}" dt="2026-10-02T16:35:45.612" v="3029" actId="26606"/>
          <ac:spMkLst>
            <pc:docMk/>
            <pc:sldMk cId="2088778080" sldId="259"/>
            <ac:spMk id="8" creationId="{00000000-0000-0000-0000-000000000000}"/>
          </ac:spMkLst>
        </pc:spChg>
        <pc:spChg chg="add mod">
          <ac:chgData name="Eternal Centurion" userId="e8763818eec01546" providerId="LiveId" clId="{3F82CCBD-19C3-4A10-8C8B-FF6F78865329}" dt="2026-10-02T16:35:45.612" v="3029" actId="26606"/>
          <ac:spMkLst>
            <pc:docMk/>
            <pc:sldMk cId="2088778080" sldId="259"/>
            <ac:spMk id="9" creationId="{00000000-0000-0000-0000-000000000000}"/>
          </ac:spMkLst>
        </pc:spChg>
        <pc:spChg chg="mod">
          <ac:chgData name="Eternal Centurion" userId="e8763818eec01546" providerId="LiveId" clId="{3F82CCBD-19C3-4A10-8C8B-FF6F78865329}" dt="2026-10-02T16:34:46.203" v="3027" actId="26606"/>
          <ac:spMkLst>
            <pc:docMk/>
            <pc:sldMk cId="2088778080" sldId="259"/>
            <ac:spMk id="11" creationId="{00000000-0000-0000-0000-000000000000}"/>
          </ac:spMkLst>
        </pc:spChg>
        <pc:spChg chg="add">
          <ac:chgData name="Eternal Centurion" userId="e8763818eec01546" providerId="LiveId" clId="{3F82CCBD-19C3-4A10-8C8B-FF6F78865329}" dt="2026-10-02T12:43:08.200" v="591" actId="26606"/>
          <ac:spMkLst>
            <pc:docMk/>
            <pc:sldMk cId="2088778080" sldId="259"/>
            <ac:spMk id="12" creationId="{00000000-0000-0000-0000-000000000000}"/>
          </ac:spMkLst>
        </pc:spChg>
        <pc:spChg chg="add">
          <ac:chgData name="Eternal Centurion" userId="e8763818eec01546" providerId="LiveId" clId="{3F82CCBD-19C3-4A10-8C8B-FF6F78865329}" dt="2026-10-02T12:43:08.200" v="591" actId="26606"/>
          <ac:spMkLst>
            <pc:docMk/>
            <pc:sldMk cId="2088778080" sldId="259"/>
            <ac:spMk id="13" creationId="{00000000-0000-0000-0000-000000000000}"/>
          </ac:spMkLst>
        </pc:spChg>
        <pc:spChg chg="mod">
          <ac:chgData name="Eternal Centurion" userId="e8763818eec01546" providerId="LiveId" clId="{3F82CCBD-19C3-4A10-8C8B-FF6F78865329}" dt="2026-10-02T16:33:06.031" v="3025" actId="26606"/>
          <ac:spMkLst>
            <pc:docMk/>
            <pc:sldMk cId="2088778080" sldId="259"/>
            <ac:spMk id="14" creationId="{00000000-0000-0000-0000-000000000000}"/>
          </ac:spMkLst>
        </pc:spChg>
        <pc:spChg chg="add mod">
          <ac:chgData name="Eternal Centurion" userId="e8763818eec01546" providerId="LiveId" clId="{3F82CCBD-19C3-4A10-8C8B-FF6F78865329}" dt="2026-10-02T16:34:46.203" v="3027" actId="26606"/>
          <ac:spMkLst>
            <pc:docMk/>
            <pc:sldMk cId="2088778080" sldId="259"/>
            <ac:spMk id="15" creationId="{00000000-0000-0000-0000-000000000000}"/>
          </ac:spMkLst>
        </pc:spChg>
        <pc:spChg chg="mod">
          <ac:chgData name="Eternal Centurion" userId="e8763818eec01546" providerId="LiveId" clId="{3F82CCBD-19C3-4A10-8C8B-FF6F78865329}" dt="2026-10-02T16:33:06.031" v="3025" actId="26606"/>
          <ac:spMkLst>
            <pc:docMk/>
            <pc:sldMk cId="2088778080" sldId="259"/>
            <ac:spMk id="16" creationId="{00000000-0000-0000-0000-000000000000}"/>
          </ac:spMkLst>
        </pc:spChg>
        <pc:spChg chg="mod">
          <ac:chgData name="Eternal Centurion" userId="e8763818eec01546" providerId="LiveId" clId="{3F82CCBD-19C3-4A10-8C8B-FF6F78865329}" dt="2026-10-02T16:33:06.031" v="3025" actId="26606"/>
          <ac:spMkLst>
            <pc:docMk/>
            <pc:sldMk cId="2088778080" sldId="259"/>
            <ac:spMk id="17" creationId="{00000000-0000-0000-0000-000000000000}"/>
          </ac:spMkLst>
        </pc:spChg>
        <pc:spChg chg="add mod">
          <ac:chgData name="Eternal Centurion" userId="e8763818eec01546" providerId="LiveId" clId="{3F82CCBD-19C3-4A10-8C8B-FF6F78865329}" dt="2026-10-02T12:45:25.204" v="595" actId="26606"/>
          <ac:spMkLst>
            <pc:docMk/>
            <pc:sldMk cId="2088778080" sldId="259"/>
            <ac:spMk id="18" creationId="{00000000-0000-0000-0000-000000000000}"/>
          </ac:spMkLst>
        </pc:spChg>
        <pc:spChg chg="add mod">
          <ac:chgData name="Eternal Centurion" userId="e8763818eec01546" providerId="LiveId" clId="{3F82CCBD-19C3-4A10-8C8B-FF6F78865329}" dt="2026-10-02T12:52:46.910" v="599" actId="26606"/>
          <ac:spMkLst>
            <pc:docMk/>
            <pc:sldMk cId="2088778080" sldId="259"/>
            <ac:spMk id="19" creationId="{00000000-0000-0000-0000-000000000000}"/>
          </ac:spMkLst>
        </pc:spChg>
        <pc:spChg chg="add mod">
          <ac:chgData name="Eternal Centurion" userId="e8763818eec01546" providerId="LiveId" clId="{3F82CCBD-19C3-4A10-8C8B-FF6F78865329}" dt="2026-10-02T16:33:06.031" v="3025" actId="26606"/>
          <ac:spMkLst>
            <pc:docMk/>
            <pc:sldMk cId="2088778080" sldId="259"/>
            <ac:spMk id="20" creationId="{00000000-0000-0000-0000-000000000000}"/>
          </ac:spMkLst>
        </pc:spChg>
        <pc:spChg chg="mod">
          <ac:chgData name="Eternal Centurion" userId="e8763818eec01546" providerId="LiveId" clId="{3F82CCBD-19C3-4A10-8C8B-FF6F78865329}" dt="2026-10-02T16:33:06.031" v="3025" actId="26606"/>
          <ac:spMkLst>
            <pc:docMk/>
            <pc:sldMk cId="2088778080" sldId="259"/>
            <ac:spMk id="21" creationId="{00000000-0000-0000-0000-000000000000}"/>
          </ac:spMkLst>
        </pc:spChg>
        <pc:spChg chg="add mod">
          <ac:chgData name="Eternal Centurion" userId="e8763818eec01546" providerId="LiveId" clId="{3F82CCBD-19C3-4A10-8C8B-FF6F78865329}" dt="2026-10-02T12:45:43.944" v="597" actId="26606"/>
          <ac:spMkLst>
            <pc:docMk/>
            <pc:sldMk cId="2088778080" sldId="259"/>
            <ac:spMk id="22" creationId="{00000000-0000-0000-0000-000000000000}"/>
          </ac:spMkLst>
        </pc:spChg>
        <pc:spChg chg="add mod">
          <ac:chgData name="Eternal Centurion" userId="e8763818eec01546" providerId="LiveId" clId="{3F82CCBD-19C3-4A10-8C8B-FF6F78865329}" dt="2026-10-02T16:34:46.203" v="3027" actId="26606"/>
          <ac:spMkLst>
            <pc:docMk/>
            <pc:sldMk cId="2088778080" sldId="259"/>
            <ac:spMk id="23" creationId="{00000000-0000-0000-0000-000000000000}"/>
          </ac:spMkLst>
        </pc:spChg>
        <pc:spChg chg="mod">
          <ac:chgData name="Eternal Centurion" userId="e8763818eec01546" providerId="LiveId" clId="{3F82CCBD-19C3-4A10-8C8B-FF6F78865329}" dt="2026-10-02T12:45:43.944" v="597" actId="26606"/>
          <ac:spMkLst>
            <pc:docMk/>
            <pc:sldMk cId="2088778080" sldId="259"/>
            <ac:spMk id="24" creationId="{00000000-0000-0000-0000-000000000000}"/>
          </ac:spMkLst>
        </pc:spChg>
        <pc:spChg chg="mod">
          <ac:chgData name="Eternal Centurion" userId="e8763818eec01546" providerId="LiveId" clId="{3F82CCBD-19C3-4A10-8C8B-FF6F78865329}" dt="2026-10-02T16:34:46.203" v="3027" actId="26606"/>
          <ac:spMkLst>
            <pc:docMk/>
            <pc:sldMk cId="2088778080" sldId="259"/>
            <ac:spMk id="25" creationId="{00000000-0000-0000-0000-000000000000}"/>
          </ac:spMkLst>
        </pc:spChg>
        <pc:spChg chg="mod">
          <ac:chgData name="Eternal Centurion" userId="e8763818eec01546" providerId="LiveId" clId="{3F82CCBD-19C3-4A10-8C8B-FF6F78865329}" dt="2026-10-02T12:52:46.910" v="599" actId="26606"/>
          <ac:spMkLst>
            <pc:docMk/>
            <pc:sldMk cId="2088778080" sldId="259"/>
            <ac:spMk id="26" creationId="{00000000-0000-0000-0000-000000000000}"/>
          </ac:spMkLst>
        </pc:spChg>
        <pc:spChg chg="mod">
          <ac:chgData name="Eternal Centurion" userId="e8763818eec01546" providerId="LiveId" clId="{3F82CCBD-19C3-4A10-8C8B-FF6F78865329}" dt="2026-10-02T16:34:46.203" v="3027" actId="26606"/>
          <ac:spMkLst>
            <pc:docMk/>
            <pc:sldMk cId="2088778080" sldId="259"/>
            <ac:spMk id="27" creationId="{00000000-0000-0000-0000-000000000000}"/>
          </ac:spMkLst>
        </pc:spChg>
        <pc:spChg chg="add mod">
          <ac:chgData name="Eternal Centurion" userId="e8763818eec01546" providerId="LiveId" clId="{3F82CCBD-19C3-4A10-8C8B-FF6F78865329}" dt="2026-10-02T16:34:46.203" v="3027" actId="26606"/>
          <ac:spMkLst>
            <pc:docMk/>
            <pc:sldMk cId="2088778080" sldId="259"/>
            <ac:spMk id="30" creationId="{00000000-0000-0000-0000-000000000000}"/>
          </ac:spMkLst>
        </pc:spChg>
        <pc:spChg chg="add mod">
          <ac:chgData name="Eternal Centurion" userId="e8763818eec01546" providerId="LiveId" clId="{3F82CCBD-19C3-4A10-8C8B-FF6F78865329}" dt="2026-10-02T16:35:45.612" v="3029" actId="26606"/>
          <ac:spMkLst>
            <pc:docMk/>
            <pc:sldMk cId="2088778080" sldId="259"/>
            <ac:spMk id="31" creationId="{00000000-0000-0000-0000-000000000000}"/>
          </ac:spMkLst>
        </pc:spChg>
        <pc:spChg chg="add">
          <ac:chgData name="Eternal Centurion" userId="e8763818eec01546" providerId="LiveId" clId="{3F82CCBD-19C3-4A10-8C8B-FF6F78865329}" dt="2026-10-02T16:35:45.612" v="3029" actId="26606"/>
          <ac:spMkLst>
            <pc:docMk/>
            <pc:sldMk cId="2088778080" sldId="259"/>
            <ac:spMk id="32" creationId="{00000000-0000-0000-0000-000000000000}"/>
          </ac:spMkLst>
        </pc:spChg>
        <pc:spChg chg="add ord">
          <ac:chgData name="Eternal Centurion" userId="e8763818eec01546" providerId="LiveId" clId="{3F82CCBD-19C3-4A10-8C8B-FF6F78865329}" dt="2026-10-02T16:36:02.399" v="3030" actId="26606"/>
          <ac:spMkLst>
            <pc:docMk/>
            <pc:sldMk cId="2088778080" sldId="259"/>
            <ac:spMk id="33" creationId="{00000000-0000-0000-0000-000000000000}"/>
          </ac:spMkLst>
        </pc:spChg>
      </pc:sldChg>
      <pc:sldChg chg="addSp delSp modSp new mod ord modNotes">
        <pc:chgData name="Eternal Centurion" userId="e8763818eec01546" providerId="LiveId" clId="{3F82CCBD-19C3-4A10-8C8B-FF6F78865329}" dt="2026-10-02T13:14:35.578" v="1514" actId="26606"/>
        <pc:sldMkLst>
          <pc:docMk/>
          <pc:sldMk cId="458852106" sldId="260"/>
        </pc:sldMkLst>
        <pc:spChg chg="mod">
          <ac:chgData name="Eternal Centurion" userId="e8763818eec01546" providerId="LiveId" clId="{3F82CCBD-19C3-4A10-8C8B-FF6F78865329}" dt="2026-10-02T13:14:35.578" v="1514" actId="26606"/>
          <ac:spMkLst>
            <pc:docMk/>
            <pc:sldMk cId="458852106" sldId="260"/>
            <ac:spMk id="2" creationId="{3A78D83C-70A4-3090-7E6F-E96FA3ADF031}"/>
          </ac:spMkLst>
        </pc:spChg>
        <pc:spChg chg="mod">
          <ac:chgData name="Eternal Centurion" userId="e8763818eec01546" providerId="LiveId" clId="{3F82CCBD-19C3-4A10-8C8B-FF6F78865329}" dt="2026-10-02T13:14:35.578" v="1514" actId="26606"/>
          <ac:spMkLst>
            <pc:docMk/>
            <pc:sldMk cId="458852106" sldId="260"/>
            <ac:spMk id="3" creationId="{52EA6964-AD79-5BBC-3BAC-F9D4724A808C}"/>
          </ac:spMkLst>
        </pc:spChg>
        <pc:spChg chg="mod">
          <ac:chgData name="Eternal Centurion" userId="e8763818eec01546" providerId="LiveId" clId="{3F82CCBD-19C3-4A10-8C8B-FF6F78865329}" dt="2026-10-02T13:14:35.578" v="1514" actId="26606"/>
          <ac:spMkLst>
            <pc:docMk/>
            <pc:sldMk cId="458852106" sldId="260"/>
            <ac:spMk id="4" creationId="{00000000-0000-0000-0000-000000000000}"/>
          </ac:spMkLst>
        </pc:spChg>
        <pc:spChg chg="add mod">
          <ac:chgData name="Eternal Centurion" userId="e8763818eec01546" providerId="LiveId" clId="{3F82CCBD-19C3-4A10-8C8B-FF6F78865329}" dt="2026-10-02T12:57:16.582" v="1354"/>
          <ac:spMkLst>
            <pc:docMk/>
            <pc:sldMk cId="458852106" sldId="260"/>
            <ac:spMk id="4" creationId="{CF64175E-AC56-DEF6-EEB9-EAA3821034F8}"/>
          </ac:spMkLst>
        </pc:spChg>
        <pc:spChg chg="add del mod">
          <ac:chgData name="Eternal Centurion" userId="e8763818eec01546" providerId="LiveId" clId="{3F82CCBD-19C3-4A10-8C8B-FF6F78865329}" dt="2026-10-02T13:03:43.918" v="1469" actId="26606"/>
          <ac:spMkLst>
            <pc:docMk/>
            <pc:sldMk cId="458852106" sldId="260"/>
            <ac:spMk id="5" creationId="{00000000-0000-0000-0000-000000000000}"/>
          </ac:spMkLst>
        </pc:spChg>
        <pc:spChg chg="add del mod">
          <ac:chgData name="Eternal Centurion" userId="e8763818eec01546" providerId="LiveId" clId="{3F82CCBD-19C3-4A10-8C8B-FF6F78865329}" dt="2026-10-02T13:03:43.918" v="1469" actId="26606"/>
          <ac:spMkLst>
            <pc:docMk/>
            <pc:sldMk cId="458852106" sldId="260"/>
            <ac:spMk id="6" creationId="{00000000-0000-0000-0000-000000000000}"/>
          </ac:spMkLst>
        </pc:spChg>
        <pc:spChg chg="mod">
          <ac:chgData name="Eternal Centurion" userId="e8763818eec01546" providerId="LiveId" clId="{3F82CCBD-19C3-4A10-8C8B-FF6F78865329}" dt="2026-10-02T13:14:35.578" v="1514" actId="26606"/>
          <ac:spMkLst>
            <pc:docMk/>
            <pc:sldMk cId="458852106" sldId="260"/>
            <ac:spMk id="7" creationId="{00000000-0000-0000-0000-000000000000}"/>
          </ac:spMkLst>
        </pc:spChg>
        <pc:spChg chg="add mod">
          <ac:chgData name="Eternal Centurion" userId="e8763818eec01546" providerId="LiveId" clId="{3F82CCBD-19C3-4A10-8C8B-FF6F78865329}" dt="2026-10-02T12:59:57.606" v="1464" actId="26606"/>
          <ac:spMkLst>
            <pc:docMk/>
            <pc:sldMk cId="458852106" sldId="260"/>
            <ac:spMk id="8" creationId="{00000000-0000-0000-0000-000000000000}"/>
          </ac:spMkLst>
        </pc:spChg>
        <pc:spChg chg="add del mod">
          <ac:chgData name="Eternal Centurion" userId="e8763818eec01546" providerId="LiveId" clId="{3F82CCBD-19C3-4A10-8C8B-FF6F78865329}" dt="2026-10-02T13:03:43.918" v="1469" actId="26606"/>
          <ac:spMkLst>
            <pc:docMk/>
            <pc:sldMk cId="458852106" sldId="260"/>
            <ac:spMk id="9" creationId="{00000000-0000-0000-0000-000000000000}"/>
          </ac:spMkLst>
        </pc:spChg>
        <pc:spChg chg="mod">
          <ac:chgData name="Eternal Centurion" userId="e8763818eec01546" providerId="LiveId" clId="{3F82CCBD-19C3-4A10-8C8B-FF6F78865329}" dt="2026-10-02T13:13:26.951" v="1512" actId="26606"/>
          <ac:spMkLst>
            <pc:docMk/>
            <pc:sldMk cId="458852106" sldId="260"/>
            <ac:spMk id="10" creationId="{00000000-0000-0000-0000-000000000000}"/>
          </ac:spMkLst>
        </pc:spChg>
        <pc:spChg chg="add mod">
          <ac:chgData name="Eternal Centurion" userId="e8763818eec01546" providerId="LiveId" clId="{3F82CCBD-19C3-4A10-8C8B-FF6F78865329}" dt="2026-10-02T13:13:26.951" v="1512" actId="26606"/>
          <ac:spMkLst>
            <pc:docMk/>
            <pc:sldMk cId="458852106" sldId="260"/>
            <ac:spMk id="11" creationId="{00000000-0000-0000-0000-000000000000}"/>
          </ac:spMkLst>
        </pc:spChg>
        <pc:spChg chg="mod">
          <ac:chgData name="Eternal Centurion" userId="e8763818eec01546" providerId="LiveId" clId="{3F82CCBD-19C3-4A10-8C8B-FF6F78865329}" dt="2026-10-02T13:14:35.578" v="1514" actId="26606"/>
          <ac:spMkLst>
            <pc:docMk/>
            <pc:sldMk cId="458852106" sldId="260"/>
            <ac:spMk id="12" creationId="{00000000-0000-0000-0000-000000000000}"/>
          </ac:spMkLst>
        </pc:spChg>
        <pc:spChg chg="add mod">
          <ac:chgData name="Eternal Centurion" userId="e8763818eec01546" providerId="LiveId" clId="{3F82CCBD-19C3-4A10-8C8B-FF6F78865329}" dt="2026-10-02T13:14:35.578" v="1514" actId="26606"/>
          <ac:spMkLst>
            <pc:docMk/>
            <pc:sldMk cId="458852106" sldId="260"/>
            <ac:spMk id="13" creationId="{00000000-0000-0000-0000-000000000000}"/>
          </ac:spMkLst>
        </pc:spChg>
        <pc:spChg chg="add mod">
          <ac:chgData name="Eternal Centurion" userId="e8763818eec01546" providerId="LiveId" clId="{3F82CCBD-19C3-4A10-8C8B-FF6F78865329}" dt="2026-10-02T13:08:07.698" v="1475" actId="26606"/>
          <ac:spMkLst>
            <pc:docMk/>
            <pc:sldMk cId="458852106" sldId="260"/>
            <ac:spMk id="14" creationId="{00000000-0000-0000-0000-000000000000}"/>
          </ac:spMkLst>
        </pc:spChg>
        <pc:spChg chg="add">
          <ac:chgData name="Eternal Centurion" userId="e8763818eec01546" providerId="LiveId" clId="{3F82CCBD-19C3-4A10-8C8B-FF6F78865329}" dt="2026-10-02T12:59:40.180" v="1462" actId="26606"/>
          <ac:spMkLst>
            <pc:docMk/>
            <pc:sldMk cId="458852106" sldId="260"/>
            <ac:spMk id="15" creationId="{00000000-0000-0000-0000-000000000000}"/>
          </ac:spMkLst>
        </pc:spChg>
        <pc:spChg chg="add mod">
          <ac:chgData name="Eternal Centurion" userId="e8763818eec01546" providerId="LiveId" clId="{3F82CCBD-19C3-4A10-8C8B-FF6F78865329}" dt="2026-10-02T13:08:07.698" v="1475" actId="26606"/>
          <ac:spMkLst>
            <pc:docMk/>
            <pc:sldMk cId="458852106" sldId="260"/>
            <ac:spMk id="16" creationId="{00000000-0000-0000-0000-000000000000}"/>
          </ac:spMkLst>
        </pc:spChg>
        <pc:spChg chg="del mod">
          <ac:chgData name="Eternal Centurion" userId="e8763818eec01546" providerId="LiveId" clId="{3F82CCBD-19C3-4A10-8C8B-FF6F78865329}" dt="2026-10-02T13:03:43.918" v="1469" actId="26606"/>
          <ac:spMkLst>
            <pc:docMk/>
            <pc:sldMk cId="458852106" sldId="260"/>
            <ac:spMk id="17" creationId="{00000000-0000-0000-0000-000000000000}"/>
          </ac:spMkLst>
        </pc:spChg>
        <pc:spChg chg="mod">
          <ac:chgData name="Eternal Centurion" userId="e8763818eec01546" providerId="LiveId" clId="{3F82CCBD-19C3-4A10-8C8B-FF6F78865329}" dt="2026-10-02T13:13:26.951" v="1512" actId="26606"/>
          <ac:spMkLst>
            <pc:docMk/>
            <pc:sldMk cId="458852106" sldId="260"/>
            <ac:spMk id="18" creationId="{00000000-0000-0000-0000-000000000000}"/>
          </ac:spMkLst>
        </pc:spChg>
        <pc:spChg chg="add mod">
          <ac:chgData name="Eternal Centurion" userId="e8763818eec01546" providerId="LiveId" clId="{3F82CCBD-19C3-4A10-8C8B-FF6F78865329}" dt="2026-10-02T13:14:35.578" v="1514" actId="26606"/>
          <ac:spMkLst>
            <pc:docMk/>
            <pc:sldMk cId="458852106" sldId="260"/>
            <ac:spMk id="19" creationId="{00000000-0000-0000-0000-000000000000}"/>
          </ac:spMkLst>
        </pc:spChg>
        <pc:spChg chg="add mod">
          <ac:chgData name="Eternal Centurion" userId="e8763818eec01546" providerId="LiveId" clId="{3F82CCBD-19C3-4A10-8C8B-FF6F78865329}" dt="2026-10-02T13:13:26.951" v="1512" actId="26606"/>
          <ac:spMkLst>
            <pc:docMk/>
            <pc:sldMk cId="458852106" sldId="260"/>
            <ac:spMk id="20" creationId="{00000000-0000-0000-0000-000000000000}"/>
          </ac:spMkLst>
        </pc:spChg>
        <pc:spChg chg="add mod">
          <ac:chgData name="Eternal Centurion" userId="e8763818eec01546" providerId="LiveId" clId="{3F82CCBD-19C3-4A10-8C8B-FF6F78865329}" dt="2026-10-02T13:14:35.578" v="1514" actId="26606"/>
          <ac:spMkLst>
            <pc:docMk/>
            <pc:sldMk cId="458852106" sldId="260"/>
            <ac:spMk id="21" creationId="{00000000-0000-0000-0000-000000000000}"/>
          </ac:spMkLst>
        </pc:spChg>
        <pc:spChg chg="mod">
          <ac:chgData name="Eternal Centurion" userId="e8763818eec01546" providerId="LiveId" clId="{3F82CCBD-19C3-4A10-8C8B-FF6F78865329}" dt="2026-10-02T13:13:26.951" v="1512" actId="26606"/>
          <ac:spMkLst>
            <pc:docMk/>
            <pc:sldMk cId="458852106" sldId="260"/>
            <ac:spMk id="22" creationId="{00000000-0000-0000-0000-000000000000}"/>
          </ac:spMkLst>
        </pc:spChg>
        <pc:spChg chg="add mod">
          <ac:chgData name="Eternal Centurion" userId="e8763818eec01546" providerId="LiveId" clId="{3F82CCBD-19C3-4A10-8C8B-FF6F78865329}" dt="2026-10-02T13:14:35.578" v="1514" actId="26606"/>
          <ac:spMkLst>
            <pc:docMk/>
            <pc:sldMk cId="458852106" sldId="260"/>
            <ac:spMk id="23" creationId="{00000000-0000-0000-0000-000000000000}"/>
          </ac:spMkLst>
        </pc:spChg>
        <pc:spChg chg="add mod">
          <ac:chgData name="Eternal Centurion" userId="e8763818eec01546" providerId="LiveId" clId="{3F82CCBD-19C3-4A10-8C8B-FF6F78865329}" dt="2026-10-02T13:13:26.951" v="1512" actId="26606"/>
          <ac:spMkLst>
            <pc:docMk/>
            <pc:sldMk cId="458852106" sldId="260"/>
            <ac:spMk id="24" creationId="{00000000-0000-0000-0000-000000000000}"/>
          </ac:spMkLst>
        </pc:spChg>
        <pc:spChg chg="add mod">
          <ac:chgData name="Eternal Centurion" userId="e8763818eec01546" providerId="LiveId" clId="{3F82CCBD-19C3-4A10-8C8B-FF6F78865329}" dt="2026-10-02T13:11:39.082" v="1504" actId="1036"/>
          <ac:spMkLst>
            <pc:docMk/>
            <pc:sldMk cId="458852106" sldId="260"/>
            <ac:spMk id="25" creationId="{00000000-0000-0000-0000-000000000000}"/>
          </ac:spMkLst>
        </pc:spChg>
        <pc:spChg chg="add mod">
          <ac:chgData name="Eternal Centurion" userId="e8763818eec01546" providerId="LiveId" clId="{3F82CCBD-19C3-4A10-8C8B-FF6F78865329}" dt="2026-10-02T13:14:35.578" v="1514" actId="26606"/>
          <ac:spMkLst>
            <pc:docMk/>
            <pc:sldMk cId="458852106" sldId="260"/>
            <ac:spMk id="26" creationId="{00000000-0000-0000-0000-000000000000}"/>
          </ac:spMkLst>
        </pc:spChg>
        <pc:spChg chg="add mod">
          <ac:chgData name="Eternal Centurion" userId="e8763818eec01546" providerId="LiveId" clId="{3F82CCBD-19C3-4A10-8C8B-FF6F78865329}" dt="2026-10-02T13:08:07.698" v="1475" actId="26606"/>
          <ac:spMkLst>
            <pc:docMk/>
            <pc:sldMk cId="458852106" sldId="260"/>
            <ac:spMk id="27" creationId="{00000000-0000-0000-0000-000000000000}"/>
          </ac:spMkLst>
        </pc:spChg>
        <pc:cxnChg chg="mod replId">
          <ac:chgData name="Eternal Centurion" userId="e8763818eec01546" providerId="LiveId" clId="{3F82CCBD-19C3-4A10-8C8B-FF6F78865329}" dt="2026-10-02T13:04:54.005" v="1471" actId="26606"/>
          <ac:cxnSpMkLst>
            <pc:docMk/>
            <pc:sldMk cId="458852106" sldId="260"/>
            <ac:cxnSpMk id="5" creationId="{00000000-0000-0000-0000-000000000000}"/>
          </ac:cxnSpMkLst>
        </pc:cxnChg>
        <pc:cxnChg chg="mod replId">
          <ac:chgData name="Eternal Centurion" userId="e8763818eec01546" providerId="LiveId" clId="{3F82CCBD-19C3-4A10-8C8B-FF6F78865329}" dt="2026-10-02T13:04:54.005" v="1471" actId="26606"/>
          <ac:cxnSpMkLst>
            <pc:docMk/>
            <pc:sldMk cId="458852106" sldId="260"/>
            <ac:cxnSpMk id="6" creationId="{00000000-0000-0000-0000-000000000000}"/>
          </ac:cxnSpMkLst>
        </pc:cxnChg>
        <pc:cxnChg chg="mod replId">
          <ac:chgData name="Eternal Centurion" userId="e8763818eec01546" providerId="LiveId" clId="{3F82CCBD-19C3-4A10-8C8B-FF6F78865329}" dt="2026-10-02T13:04:54.005" v="1471" actId="26606"/>
          <ac:cxnSpMkLst>
            <pc:docMk/>
            <pc:sldMk cId="458852106" sldId="260"/>
            <ac:cxnSpMk id="8" creationId="{00000000-0000-0000-0000-000000000000}"/>
          </ac:cxnSpMkLst>
        </pc:cxnChg>
      </pc:sldChg>
      <pc:sldChg chg="addSp delSp modSp new mod ord">
        <pc:chgData name="Eternal Centurion" userId="e8763818eec01546" providerId="LiveId" clId="{3F82CCBD-19C3-4A10-8C8B-FF6F78865329}" dt="2026-10-02T16:08:49.224" v="2040" actId="26606"/>
        <pc:sldMkLst>
          <pc:docMk/>
          <pc:sldMk cId="1486826622" sldId="261"/>
        </pc:sldMkLst>
        <pc:spChg chg="mod">
          <ac:chgData name="Eternal Centurion" userId="e8763818eec01546" providerId="LiveId" clId="{3F82CCBD-19C3-4A10-8C8B-FF6F78865329}" dt="2026-10-02T16:03:37.872" v="2035" actId="26606"/>
          <ac:spMkLst>
            <pc:docMk/>
            <pc:sldMk cId="1486826622" sldId="261"/>
            <ac:spMk id="2" creationId="{29F70736-3EBA-2935-D7B8-9F1FCD6C2BF5}"/>
          </ac:spMkLst>
        </pc:spChg>
        <pc:spChg chg="mod">
          <ac:chgData name="Eternal Centurion" userId="e8763818eec01546" providerId="LiveId" clId="{3F82CCBD-19C3-4A10-8C8B-FF6F78865329}" dt="2026-10-02T16:03:37.872" v="2035" actId="26606"/>
          <ac:spMkLst>
            <pc:docMk/>
            <pc:sldMk cId="1486826622" sldId="261"/>
            <ac:spMk id="3" creationId="{38FF8088-7F6A-5F80-783F-CDCEA456A4BE}"/>
          </ac:spMkLst>
        </pc:spChg>
        <pc:spChg chg="add mod">
          <ac:chgData name="Eternal Centurion" userId="e8763818eec01546" providerId="LiveId" clId="{3F82CCBD-19C3-4A10-8C8B-FF6F78865329}" dt="2026-10-02T16:08:49.224" v="2040" actId="26606"/>
          <ac:spMkLst>
            <pc:docMk/>
            <pc:sldMk cId="1486826622" sldId="261"/>
            <ac:spMk id="4" creationId="{F1930B1F-6716-398A-DA05-F91A9E4584CA}"/>
          </ac:spMkLst>
        </pc:spChg>
        <pc:spChg chg="add mod">
          <ac:chgData name="Eternal Centurion" userId="e8763818eec01546" providerId="LiveId" clId="{3F82CCBD-19C3-4A10-8C8B-FF6F78865329}" dt="2026-10-02T16:08:49.224" v="2040" actId="26606"/>
          <ac:spMkLst>
            <pc:docMk/>
            <pc:sldMk cId="1486826622" sldId="261"/>
            <ac:spMk id="6" creationId="{F9207F20-264A-F969-31E8-3B27497346E2}"/>
          </ac:spMkLst>
        </pc:spChg>
        <pc:spChg chg="add mod">
          <ac:chgData name="Eternal Centurion" userId="e8763818eec01546" providerId="LiveId" clId="{3F82CCBD-19C3-4A10-8C8B-FF6F78865329}" dt="2026-10-02T16:08:49.224" v="2040" actId="26606"/>
          <ac:spMkLst>
            <pc:docMk/>
            <pc:sldMk cId="1486826622" sldId="261"/>
            <ac:spMk id="8" creationId="{A05A0650-8824-FDC8-3E5D-B9943B94DB30}"/>
          </ac:spMkLst>
        </pc:spChg>
        <pc:spChg chg="add mod">
          <ac:chgData name="Eternal Centurion" userId="e8763818eec01546" providerId="LiveId" clId="{3F82CCBD-19C3-4A10-8C8B-FF6F78865329}" dt="2026-10-02T16:08:49.224" v="2040" actId="26606"/>
          <ac:spMkLst>
            <pc:docMk/>
            <pc:sldMk cId="1486826622" sldId="261"/>
            <ac:spMk id="10" creationId="{DE22A4EA-25B8-4C8C-5CEB-95E9FC2EA614}"/>
          </ac:spMkLst>
        </pc:spChg>
        <pc:spChg chg="add mod">
          <ac:chgData name="Eternal Centurion" userId="e8763818eec01546" providerId="LiveId" clId="{3F82CCBD-19C3-4A10-8C8B-FF6F78865329}" dt="2026-10-02T16:08:49.224" v="2040" actId="26606"/>
          <ac:spMkLst>
            <pc:docMk/>
            <pc:sldMk cId="1486826622" sldId="261"/>
            <ac:spMk id="12" creationId="{69F5AFA9-F52D-E4C3-0363-87F9063DDC9A}"/>
          </ac:spMkLst>
        </pc:spChg>
        <pc:spChg chg="add mod">
          <ac:chgData name="Eternal Centurion" userId="e8763818eec01546" providerId="LiveId" clId="{3F82CCBD-19C3-4A10-8C8B-FF6F78865329}" dt="2026-10-02T16:08:49.224" v="2040" actId="26606"/>
          <ac:spMkLst>
            <pc:docMk/>
            <pc:sldMk cId="1486826622" sldId="261"/>
            <ac:spMk id="14" creationId="{CC42AF26-779C-A69D-BC6E-3B4CC68D00CC}"/>
          </ac:spMkLst>
        </pc:spChg>
        <pc:spChg chg="add">
          <ac:chgData name="Eternal Centurion" userId="e8763818eec01546" providerId="LiveId" clId="{3F82CCBD-19C3-4A10-8C8B-FF6F78865329}" dt="2026-10-02T16:08:49.224" v="2040" actId="26606"/>
          <ac:spMkLst>
            <pc:docMk/>
            <pc:sldMk cId="1486826622" sldId="261"/>
            <ac:spMk id="22" creationId="{00000000-0000-0000-0000-000000000000}"/>
          </ac:spMkLst>
        </pc:spChg>
        <pc:spChg chg="add">
          <ac:chgData name="Eternal Centurion" userId="e8763818eec01546" providerId="LiveId" clId="{3F82CCBD-19C3-4A10-8C8B-FF6F78865329}" dt="2026-10-02T16:08:49.224" v="2040" actId="26606"/>
          <ac:spMkLst>
            <pc:docMk/>
            <pc:sldMk cId="1486826622" sldId="261"/>
            <ac:spMk id="23" creationId="{00000000-0000-0000-0000-000000000000}"/>
          </ac:spMkLst>
        </pc:spChg>
        <pc:spChg chg="add">
          <ac:chgData name="Eternal Centurion" userId="e8763818eec01546" providerId="LiveId" clId="{3F82CCBD-19C3-4A10-8C8B-FF6F78865329}" dt="2026-10-02T16:08:49.224" v="2040" actId="26606"/>
          <ac:spMkLst>
            <pc:docMk/>
            <pc:sldMk cId="1486826622" sldId="261"/>
            <ac:spMk id="24" creationId="{00000000-0000-0000-0000-000000000000}"/>
          </ac:spMkLst>
        </pc:spChg>
        <pc:cxnChg chg="add mod replId">
          <ac:chgData name="Eternal Centurion" userId="e8763818eec01546" providerId="LiveId" clId="{3F82CCBD-19C3-4A10-8C8B-FF6F78865329}" dt="2026-10-02T16:03:37.859" v="2034" actId="26606"/>
          <ac:cxnSpMkLst>
            <pc:docMk/>
            <pc:sldMk cId="1486826622" sldId="261"/>
            <ac:cxnSpMk id="5" creationId="{44D6871B-37F5-A518-F29E-E4D9B3FA2E40}"/>
          </ac:cxnSpMkLst>
        </pc:cxnChg>
        <pc:cxnChg chg="add mod replId">
          <ac:chgData name="Eternal Centurion" userId="e8763818eec01546" providerId="LiveId" clId="{3F82CCBD-19C3-4A10-8C8B-FF6F78865329}" dt="2026-10-02T16:03:37.859" v="2034" actId="26606"/>
          <ac:cxnSpMkLst>
            <pc:docMk/>
            <pc:sldMk cId="1486826622" sldId="261"/>
            <ac:cxnSpMk id="7" creationId="{181D55BC-463A-DC76-1BC4-30C61C29BE08}"/>
          </ac:cxnSpMkLst>
        </pc:cxnChg>
        <pc:cxnChg chg="add mod replId">
          <ac:chgData name="Eternal Centurion" userId="e8763818eec01546" providerId="LiveId" clId="{3F82CCBD-19C3-4A10-8C8B-FF6F78865329}" dt="2026-10-02T16:03:37.859" v="2034" actId="26606"/>
          <ac:cxnSpMkLst>
            <pc:docMk/>
            <pc:sldMk cId="1486826622" sldId="261"/>
            <ac:cxnSpMk id="9" creationId="{DEFCDFC0-3BFF-FC2F-B614-32ACCEA66AA6}"/>
          </ac:cxnSpMkLst>
        </pc:cxnChg>
        <pc:cxnChg chg="mod">
          <ac:chgData name="Eternal Centurion" userId="e8763818eec01546" providerId="LiveId" clId="{3F82CCBD-19C3-4A10-8C8B-FF6F78865329}" dt="2026-10-02T16:08:49.224" v="2040" actId="26606"/>
          <ac:cxnSpMkLst>
            <pc:docMk/>
            <pc:sldMk cId="1486826622" sldId="261"/>
            <ac:cxnSpMk id="15" creationId="{00000000-0000-0000-0000-000000000000}"/>
          </ac:cxnSpMkLst>
        </pc:cxnChg>
        <pc:cxnChg chg="add">
          <ac:chgData name="Eternal Centurion" userId="e8763818eec01546" providerId="LiveId" clId="{3F82CCBD-19C3-4A10-8C8B-FF6F78865329}" dt="2026-10-02T16:03:37.872" v="2035" actId="26606"/>
          <ac:cxnSpMkLst>
            <pc:docMk/>
            <pc:sldMk cId="1486826622" sldId="261"/>
            <ac:cxnSpMk id="17" creationId="{00000000-0000-0000-0000-000000000000}"/>
          </ac:cxnSpMkLst>
        </pc:cxnChg>
        <pc:cxnChg chg="add">
          <ac:chgData name="Eternal Centurion" userId="e8763818eec01546" providerId="LiveId" clId="{3F82CCBD-19C3-4A10-8C8B-FF6F78865329}" dt="2026-10-02T16:03:37.872" v="2035" actId="26606"/>
          <ac:cxnSpMkLst>
            <pc:docMk/>
            <pc:sldMk cId="1486826622" sldId="261"/>
            <ac:cxnSpMk id="21" creationId="{00000000-0000-0000-0000-000000000000}"/>
          </ac:cxnSpMkLst>
        </pc:cxnChg>
        <pc:cxnChg chg="add">
          <ac:chgData name="Eternal Centurion" userId="e8763818eec01546" providerId="LiveId" clId="{3F82CCBD-19C3-4A10-8C8B-FF6F78865329}" dt="2026-10-02T16:00:57.799" v="1826" actId="11529"/>
          <ac:cxnSpMkLst>
            <pc:docMk/>
            <pc:sldMk cId="1486826622" sldId="261"/>
            <ac:cxnSpMk id="22" creationId="{02206C66-891C-ED0B-8144-33AC022C67FB}"/>
          </ac:cxnSpMkLst>
        </pc:cxnChg>
        <pc:cxnChg chg="add">
          <ac:chgData name="Eternal Centurion" userId="e8763818eec01546" providerId="LiveId" clId="{3F82CCBD-19C3-4A10-8C8B-FF6F78865329}" dt="2026-10-02T16:01:01.747" v="1827" actId="11529"/>
          <ac:cxnSpMkLst>
            <pc:docMk/>
            <pc:sldMk cId="1486826622" sldId="261"/>
            <ac:cxnSpMk id="24" creationId="{FB4CF34D-0518-19E4-CC77-09E6FEE06AD3}"/>
          </ac:cxnSpMkLst>
        </pc:cxnChg>
      </pc:sldChg>
      <pc:sldChg chg="addSp delSp modSp new mod">
        <pc:chgData name="Eternal Centurion" userId="e8763818eec01546" providerId="LiveId" clId="{3F82CCBD-19C3-4A10-8C8B-FF6F78865329}" dt="2026-10-02T16:28:05.897" v="2747" actId="26606"/>
        <pc:sldMkLst>
          <pc:docMk/>
          <pc:sldMk cId="1819677001" sldId="262"/>
        </pc:sldMkLst>
        <pc:spChg chg="mod">
          <ac:chgData name="Eternal Centurion" userId="e8763818eec01546" providerId="LiveId" clId="{3F82CCBD-19C3-4A10-8C8B-FF6F78865329}" dt="2026-10-02T16:15:44.576" v="2728" actId="27636"/>
          <ac:spMkLst>
            <pc:docMk/>
            <pc:sldMk cId="1819677001" sldId="262"/>
            <ac:spMk id="2" creationId="{11FF5DE5-6C96-5EC8-C99D-DD4AFAA334CF}"/>
          </ac:spMkLst>
        </pc:spChg>
        <pc:spChg chg="mod">
          <ac:chgData name="Eternal Centurion" userId="e8763818eec01546" providerId="LiveId" clId="{3F82CCBD-19C3-4A10-8C8B-FF6F78865329}" dt="2026-10-02T16:26:25.396" v="2746" actId="26606"/>
          <ac:spMkLst>
            <pc:docMk/>
            <pc:sldMk cId="1819677001" sldId="262"/>
            <ac:spMk id="3" creationId="{9D13339E-80DB-735B-913E-D09B03995964}"/>
          </ac:spMkLst>
        </pc:spChg>
        <pc:spChg chg="add mod">
          <ac:chgData name="Eternal Centurion" userId="e8763818eec01546" providerId="LiveId" clId="{3F82CCBD-19C3-4A10-8C8B-FF6F78865329}" dt="2026-10-02T16:28:05.897" v="2747" actId="26606"/>
          <ac:spMkLst>
            <pc:docMk/>
            <pc:sldMk cId="1819677001" sldId="262"/>
            <ac:spMk id="4" creationId="{00000000-0000-0000-0000-000000000000}"/>
          </ac:spMkLst>
        </pc:spChg>
        <pc:spChg chg="add mod">
          <ac:chgData name="Eternal Centurion" userId="e8763818eec01546" providerId="LiveId" clId="{3F82CCBD-19C3-4A10-8C8B-FF6F78865329}" dt="2026-10-02T16:26:25.396" v="2746" actId="26606"/>
          <ac:spMkLst>
            <pc:docMk/>
            <pc:sldMk cId="1819677001" sldId="262"/>
            <ac:spMk id="5" creationId="{00000000-0000-0000-0000-000000000000}"/>
          </ac:spMkLst>
        </pc:spChg>
        <pc:spChg chg="add mod">
          <ac:chgData name="Eternal Centurion" userId="e8763818eec01546" providerId="LiveId" clId="{3F82CCBD-19C3-4A10-8C8B-FF6F78865329}" dt="2026-10-02T16:26:25.396" v="2746" actId="26606"/>
          <ac:spMkLst>
            <pc:docMk/>
            <pc:sldMk cId="1819677001" sldId="262"/>
            <ac:spMk id="6" creationId="{00000000-0000-0000-0000-000000000000}"/>
          </ac:spMkLst>
        </pc:spChg>
        <pc:spChg chg="add mod">
          <ac:chgData name="Eternal Centurion" userId="e8763818eec01546" providerId="LiveId" clId="{3F82CCBD-19C3-4A10-8C8B-FF6F78865329}" dt="2026-10-02T16:28:05.897" v="2747" actId="26606"/>
          <ac:spMkLst>
            <pc:docMk/>
            <pc:sldMk cId="1819677001" sldId="262"/>
            <ac:spMk id="7" creationId="{00000000-0000-0000-0000-000000000000}"/>
          </ac:spMkLst>
        </pc:spChg>
        <pc:spChg chg="add mod">
          <ac:chgData name="Eternal Centurion" userId="e8763818eec01546" providerId="LiveId" clId="{3F82CCBD-19C3-4A10-8C8B-FF6F78865329}" dt="2026-10-02T16:26:25.396" v="2746" actId="26606"/>
          <ac:spMkLst>
            <pc:docMk/>
            <pc:sldMk cId="1819677001" sldId="262"/>
            <ac:spMk id="8" creationId="{00000000-0000-0000-0000-000000000000}"/>
          </ac:spMkLst>
        </pc:spChg>
        <pc:spChg chg="add mod">
          <ac:chgData name="Eternal Centurion" userId="e8763818eec01546" providerId="LiveId" clId="{3F82CCBD-19C3-4A10-8C8B-FF6F78865329}" dt="2026-10-02T16:28:05.897" v="2747" actId="26606"/>
          <ac:spMkLst>
            <pc:docMk/>
            <pc:sldMk cId="1819677001" sldId="262"/>
            <ac:spMk id="9" creationId="{00000000-0000-0000-0000-000000000000}"/>
          </ac:spMkLst>
        </pc:spChg>
        <pc:spChg chg="add del">
          <ac:chgData name="Eternal Centurion" userId="e8763818eec01546" providerId="LiveId" clId="{3F82CCBD-19C3-4A10-8C8B-FF6F78865329}" dt="2026-10-02T16:26:25.114" v="2745" actId="26606"/>
          <ac:spMkLst>
            <pc:docMk/>
            <pc:sldMk cId="1819677001" sldId="262"/>
            <ac:spMk id="10" creationId="{00000000-0000-0000-0000-000000000000}"/>
          </ac:spMkLst>
        </pc:spChg>
        <pc:spChg chg="add del mod ord">
          <ac:chgData name="Eternal Centurion" userId="e8763818eec01546" providerId="LiveId" clId="{3F82CCBD-19C3-4A10-8C8B-FF6F78865329}" dt="2026-10-02T16:26:25.114" v="2745" actId="26606"/>
          <ac:spMkLst>
            <pc:docMk/>
            <pc:sldMk cId="1819677001" sldId="262"/>
            <ac:spMk id="11" creationId="{00000000-0000-0000-0000-000000000000}"/>
          </ac:spMkLst>
        </pc:spChg>
        <pc:spChg chg="add del">
          <ac:chgData name="Eternal Centurion" userId="e8763818eec01546" providerId="LiveId" clId="{3F82CCBD-19C3-4A10-8C8B-FF6F78865329}" dt="2026-10-02T16:18:11.325" v="2733" actId="26606"/>
          <ac:spMkLst>
            <pc:docMk/>
            <pc:sldMk cId="1819677001" sldId="262"/>
            <ac:spMk id="12" creationId="{00000000-0000-0000-0000-000000000000}"/>
          </ac:spMkLst>
        </pc:spChg>
        <pc:spChg chg="del mod">
          <ac:chgData name="Eternal Centurion" userId="e8763818eec01546" providerId="LiveId" clId="{3F82CCBD-19C3-4A10-8C8B-FF6F78865329}" dt="2026-10-02T16:20:23.473" v="2736" actId="26606"/>
          <ac:spMkLst>
            <pc:docMk/>
            <pc:sldMk cId="1819677001" sldId="262"/>
            <ac:spMk id="13" creationId="{00000000-0000-0000-0000-000000000000}"/>
          </ac:spMkLst>
        </pc:spChg>
        <pc:spChg chg="add del">
          <ac:chgData name="Eternal Centurion" userId="e8763818eec01546" providerId="LiveId" clId="{3F82CCBD-19C3-4A10-8C8B-FF6F78865329}" dt="2026-10-02T16:18:11.325" v="2733" actId="26606"/>
          <ac:spMkLst>
            <pc:docMk/>
            <pc:sldMk cId="1819677001" sldId="262"/>
            <ac:spMk id="14" creationId="{00000000-0000-0000-0000-000000000000}"/>
          </ac:spMkLst>
        </pc:spChg>
        <pc:spChg chg="add del mod">
          <ac:chgData name="Eternal Centurion" userId="e8763818eec01546" providerId="LiveId" clId="{3F82CCBD-19C3-4A10-8C8B-FF6F78865329}" dt="2026-10-02T16:20:23.473" v="2736" actId="26606"/>
          <ac:spMkLst>
            <pc:docMk/>
            <pc:sldMk cId="1819677001" sldId="262"/>
            <ac:spMk id="15" creationId="{00000000-0000-0000-0000-000000000000}"/>
          </ac:spMkLst>
        </pc:spChg>
      </pc:sldChg>
      <pc:sldChg chg="new del">
        <pc:chgData name="Eternal Centurion" userId="e8763818eec01546" providerId="LiveId" clId="{3F82CCBD-19C3-4A10-8C8B-FF6F78865329}" dt="2026-10-02T13:11:03.622" v="1483" actId="680"/>
        <pc:sldMkLst>
          <pc:docMk/>
          <pc:sldMk cId="2070493584" sldId="262"/>
        </pc:sldMkLst>
      </pc:sldChg>
      <pc:sldChg chg="modSp new del mod">
        <pc:chgData name="Eternal Centurion" userId="e8763818eec01546" providerId="LiveId" clId="{3F82CCBD-19C3-4A10-8C8B-FF6F78865329}" dt="2026-10-02T16:36:33.693" v="3032" actId="2696"/>
        <pc:sldMkLst>
          <pc:docMk/>
          <pc:sldMk cId="3021500361" sldId="263"/>
        </pc:sldMkLst>
        <pc:spChg chg="mod">
          <ac:chgData name="Eternal Centurion" userId="e8763818eec01546" providerId="LiveId" clId="{3F82CCBD-19C3-4A10-8C8B-FF6F78865329}" dt="2026-10-02T16:28:31.106" v="2770" actId="6549"/>
          <ac:spMkLst>
            <pc:docMk/>
            <pc:sldMk cId="3021500361" sldId="263"/>
            <ac:spMk id="2" creationId="{C5BF0333-2AF3-93DC-3A97-FE1AA0B989AB}"/>
          </ac:spMkLst>
        </pc:spChg>
        <pc:spChg chg="mod">
          <ac:chgData name="Eternal Centurion" userId="e8763818eec01546" providerId="LiveId" clId="{3F82CCBD-19C3-4A10-8C8B-FF6F78865329}" dt="2026-10-02T16:30:06.560" v="3022" actId="20577"/>
          <ac:spMkLst>
            <pc:docMk/>
            <pc:sldMk cId="3021500361" sldId="263"/>
            <ac:spMk id="3" creationId="{B2A77142-E861-C470-90AD-9AB03AE83AD1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475413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Note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Problem statement and linked goals:</a:t>
            </a:r>
          </a:p>
          <a:p>
            <a:r>
              <a:t>Problem Statement – The absence of a unified contact journey limits visibility into an individual’s relationship with the organization. Fragmented contact records across accounts and time prevent the consolidation of prior interactions into a single, chronological view, resulting in lost context and incomplete customer insight.</a:t>
            </a:r>
          </a:p>
          <a:p>
            <a:r>
              <a:t>Two Linked Goals</a:t>
            </a:r>
          </a:p>
          <a:p>
            <a:r>
              <a:t>Identify and unify duplicate contact records to establish a single, trusted identity for each individual.</a:t>
            </a:r>
          </a:p>
          <a:p>
            <a:r>
              <a:t>Unlock the full client journey by connecting historical appearances and engagements across accounts into one consolidated, chronological timeline.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Workflow diagram based on the user-provided text on slide 2. Steps 1–6 retain the original method and sequence. Step 1 supplies normalized records for inference, account attributes for classification, and LinkedIn history for corroboration. Only the journey link category continues to Step 6. A corroboration score supports a shared client identity across different engagement periods.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66593F-8468-6913-C6A3-40B274FEA48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9CF19FA-9086-7641-E6B1-BA48F675B0D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817C8B1-CAC2-B1C1-2BA8-4D204D21B5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7DF821-4229-9947-B832-FAA4C66F4533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323FDB6-E798-C197-B572-17F184E871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1D79D1-D19B-D92E-2ADC-E33B04C02D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A792AE-4103-FF46-AD3C-995FD10CEC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44041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DC4E1A-6981-30D6-E8B4-A35D606964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AC7F1C-8650-B8A6-C9DC-8FC6229CDCB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38DEBA9-D334-4702-8975-8B47F6C9C8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7DF821-4229-9947-B832-FAA4C66F4533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9D5A278-DE6C-D189-4776-94750A4EF2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4BA8E05-4451-A2A0-7ECE-B0AA92111B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A792AE-4103-FF46-AD3C-995FD10CEC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53921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32A6B0-D12E-B42F-E368-835314DBAC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2D234B4-FACD-F28C-AE0B-B5C0F2F8E98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A3DD833-BC54-98AF-6722-4DD7125F50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7DF821-4229-9947-B832-FAA4C66F4533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A92EDE5-B75D-5BB2-8A52-FD3B048AB7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5BEE1F0-B157-C6FA-51D5-BE7B1AD68B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A792AE-4103-FF46-AD3C-995FD10CEC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768363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2C6E58-7BBC-8089-0C7C-D4DEE245CA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95182F-8D31-6614-4D78-7B1A3DC56DF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DDD3FD6-A078-7A7B-1116-2D1BE88E5A5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8456826-4DDE-202C-3EC0-A8907A7F28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7DF821-4229-9947-B832-FAA4C66F4533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E80C24B-2A59-4FE1-B555-E4D0C8C64B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40B8464-0E51-7559-8DD8-4A2FD3478E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A792AE-4103-FF46-AD3C-995FD10CEC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990317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DE4A40-1253-3B3B-B98B-1CA117CF0F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BA3F60C-80CD-8A7F-A83B-5D2966E626A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ABF1EDA-B540-8580-E9E0-C7F1776BAE2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575F30A-64BC-B179-4EB1-E4012355B6D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724096B-C5B2-8D7F-88AB-648F7688D7C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54BDE75-F31F-BB8C-D03E-8B64892240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7DF821-4229-9947-B832-FAA4C66F4533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822021C-4B4D-DCB0-D0FD-E19BFFADA3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4783E82-8E52-A0B0-E802-8A8E83CD04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A792AE-4103-FF46-AD3C-995FD10CEC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94164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D65A96-B78A-8C29-D02B-7E4A8DF44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BE2B3D9-B79A-DFB3-FA8C-38B038FB89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7DF821-4229-9947-B832-FAA4C66F4533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BC85F6-68AA-06C3-84E3-D3E8135FF7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D7B983A-7A6B-2586-0B48-C8A6A3BBBD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A792AE-4103-FF46-AD3C-995FD10CEC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44252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CE7AE70-0AA4-0DDD-09FB-5061B49DD5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7DF821-4229-9947-B832-FAA4C66F4533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00FF68D-36E0-78C9-5BCB-E90ECE40CB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F609C07-B95E-9C12-452E-930F4ACAF7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A792AE-4103-FF46-AD3C-995FD10CEC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42704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4B62EB-F193-488F-4887-2F20EB09F1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F13BA9A-8CAF-994A-FDA3-E7F18E0539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B9FDFB3-5159-234D-7C09-9D48A4C80D2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30B8D2C-180F-64E2-9C75-0C4D980150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7DF821-4229-9947-B832-FAA4C66F4533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AAD4FF4-B497-B702-426A-40B1230EAD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603C90B-86E9-483C-D5DE-AA269BEE08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A792AE-4103-FF46-AD3C-995FD10CEC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24722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1D5AD1-474E-AB14-0A9B-D5FB81C5D5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3665FFD-1651-DE31-4293-557099AED82A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B813BE5-E5A2-B500-202B-B4AAA8E7C49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E6559B1-449F-37FF-4205-6D5D2A2D71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7DF821-4229-9947-B832-FAA4C66F4533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74292A9-5A55-9B2D-1455-EE510CCEDB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B3EAC91-511B-D50C-5005-BA410A1FBA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A792AE-4103-FF46-AD3C-995FD10CEC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018630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07BE50-076B-9469-1117-08D00B3077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E01EEB4-38FA-DCF9-3703-B7ECF021F88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5202DC0-081A-E0AE-8F03-4740B25370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7DF821-4229-9947-B832-FAA4C66F4533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01364AB-EF7C-5928-3BDC-743A247606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CC641BB-A6BA-4682-2096-073A4F59F3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A792AE-4103-FF46-AD3C-995FD10CEC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626995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098ECFB-8DA9-09EA-B88C-A001C1F2981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4203B6C-9163-08CB-E422-751751C9642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B824DE1-9130-81C6-20B5-D375C06941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7DF821-4229-9947-B832-FAA4C66F4533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A7B4EFD-DA4C-BD55-AEFF-AC3E0419FE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D8F4EFA-BAB4-B04E-B46D-F1672C5662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A792AE-4103-FF46-AD3C-995FD10CEC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256588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EA8218E-6CA3-5108-5F4F-DE74C9C68D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0FE5CD4-1E5F-2FA5-97D3-BD004AF3FE1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BD7617C-0E80-1642-DB2A-2E84701BE64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07DF821-4229-9947-B832-FAA4C66F4533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28AD38-C0A1-35A7-575B-C9C3D843CAC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55880C-852C-66EE-B2DB-5BC7B8190AC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1A792AE-4103-FF46-AD3C-995FD10CEC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907290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A3B818-581F-8D95-618C-6F4A2B5050D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63301" y="406400"/>
            <a:ext cx="9144000" cy="2387600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17E175D-DBAE-2EB3-2236-BA2D7F7B9E5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770809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/>
          <p:cNvSpPr/>
          <p:nvPr/>
        </p:nvSpPr>
        <p:spPr>
          <a:xfrm>
            <a:off x="6207854" y="5045393"/>
            <a:ext cx="4731471" cy="1316736"/>
          </a:xfrm>
          <a:prstGeom prst="rect">
            <a:avLst/>
          </a:prstGeom>
          <a:solidFill>
            <a:srgbClr val="FFFFFF"/>
          </a:solidFill>
          <a:ln w="10160">
            <a:solidFill>
              <a:srgbClr val="4C8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87782" tIns="43891" rIns="87782" bIns="43891"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6207854" y="5045393"/>
            <a:ext cx="4731471" cy="447690"/>
          </a:xfrm>
          <a:prstGeom prst="rect">
            <a:avLst/>
          </a:prstGeom>
          <a:solidFill>
            <a:srgbClr val="0028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87782" tIns="43891" rIns="87782" bIns="43891"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879463" y="5045393"/>
            <a:ext cx="4195999" cy="1316736"/>
          </a:xfrm>
          <a:prstGeom prst="rect">
            <a:avLst/>
          </a:prstGeom>
          <a:solidFill>
            <a:srgbClr val="FFFFFF"/>
          </a:solidFill>
          <a:ln w="10160">
            <a:solidFill>
              <a:srgbClr val="4C8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87782" tIns="43891" rIns="87782" bIns="43891"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879463" y="5045393"/>
            <a:ext cx="4195999" cy="447690"/>
          </a:xfrm>
          <a:prstGeom prst="rect">
            <a:avLst/>
          </a:prstGeom>
          <a:solidFill>
            <a:srgbClr val="5A79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87782" tIns="43891" rIns="87782" bIns="43891" rtlCol="0" anchor="ctr"/>
          <a:lstStyle/>
          <a:p>
            <a:pPr algn="ctr"/>
            <a:endParaRPr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A78D83C-70A4-3090-7E6F-E96FA3ADF0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367577"/>
            <a:ext cx="10094976" cy="796637"/>
          </a:xfrm>
        </p:spPr>
        <p:txBody>
          <a:bodyPr lIns="87782" tIns="43891" rIns="87782" bIns="43891">
            <a:normAutofit/>
          </a:bodyPr>
          <a:lstStyle/>
          <a:p>
            <a:pPr>
              <a:defRPr/>
            </a:pPr>
            <a:r>
              <a:rPr lang="en-US" sz="3840"/>
              <a:t>&lt;Project Name&gt; - PoC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2EA6964-AD79-5BBC-3BAC-F9D4724A808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81362" y="1328606"/>
            <a:ext cx="9857964" cy="386243"/>
          </a:xfrm>
        </p:spPr>
        <p:txBody>
          <a:bodyPr wrap="square" lIns="0" tIns="0" rIns="0" bIns="0">
            <a:normAutofit lnSpcReduction="10000"/>
          </a:bodyPr>
          <a:lstStyle/>
          <a:p>
            <a:pPr marL="0" indent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2496" b="1">
                <a:solidFill>
                  <a:srgbClr val="002869"/>
                </a:solidFill>
                <a:latin typeface="Aptos"/>
              </a:rPr>
              <a:t>Problem Statement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1362" y="1732405"/>
            <a:ext cx="9857964" cy="113838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1728" b="0">
                <a:solidFill>
                  <a:srgbClr val="000000"/>
                </a:solidFill>
                <a:latin typeface="Aptos"/>
              </a:rPr>
              <a:t>The absence of a </a:t>
            </a:r>
            <a:r>
              <a:rPr lang="en-US" sz="1728" b="1">
                <a:solidFill>
                  <a:srgbClr val="000000"/>
                </a:solidFill>
                <a:latin typeface="Aptos"/>
              </a:rPr>
              <a:t>unified contact journey</a:t>
            </a:r>
            <a:r>
              <a:rPr lang="en-US" sz="1728" b="0">
                <a:solidFill>
                  <a:srgbClr val="000000"/>
                </a:solidFill>
                <a:latin typeface="Aptos"/>
              </a:rPr>
              <a:t> limits visibility into an individual’s relationship with the organization. Fragmented contact records across accounts and time prevent the consolidation of prior interactions into a single, chronological view, resulting in </a:t>
            </a:r>
            <a:r>
              <a:rPr lang="en-US" sz="1728" b="1">
                <a:solidFill>
                  <a:srgbClr val="000000"/>
                </a:solidFill>
                <a:latin typeface="Aptos"/>
              </a:rPr>
              <a:t>lost context and incomplete customer insight</a:t>
            </a:r>
            <a:r>
              <a:rPr lang="en-US" sz="1728" b="0">
                <a:solidFill>
                  <a:srgbClr val="000000"/>
                </a:solidFill>
                <a:latin typeface="Aptos"/>
              </a:rPr>
              <a:t>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7471" y="5106841"/>
            <a:ext cx="3879982" cy="3075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1920" b="1">
                <a:solidFill>
                  <a:srgbClr val="FFFFFF"/>
                </a:solidFill>
                <a:latin typeface="Aptos"/>
              </a:rPr>
              <a:t>Current State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65863" y="5106841"/>
            <a:ext cx="4415455" cy="3075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1920" b="1">
                <a:solidFill>
                  <a:srgbClr val="FFFFFF"/>
                </a:solidFill>
                <a:latin typeface="Aptos"/>
              </a:rPr>
              <a:t>Future State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7471" y="5563309"/>
            <a:ext cx="3879982" cy="27680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1728" b="0">
                <a:solidFill>
                  <a:srgbClr val="000000"/>
                </a:solidFill>
                <a:latin typeface="Aptos"/>
              </a:rPr>
              <a:t>Rule-based contact deduplication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471" y="5896883"/>
            <a:ext cx="3879982" cy="27680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1728" b="0">
                <a:solidFill>
                  <a:srgbClr val="000000"/>
                </a:solidFill>
                <a:latin typeface="Aptos"/>
              </a:rPr>
              <a:t>No unified view of contact journey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9463" y="3043955"/>
            <a:ext cx="10007194" cy="39980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2496" b="1">
                <a:solidFill>
                  <a:srgbClr val="002869"/>
                </a:solidFill>
                <a:latin typeface="Aptos"/>
              </a:rPr>
              <a:t>Two Linked Goals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58827" y="3579427"/>
            <a:ext cx="4143329" cy="8511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28" b="0">
                <a:solidFill>
                  <a:srgbClr val="000000"/>
                </a:solidFill>
                <a:latin typeface="Aptos"/>
              </a:rPr>
              <a:t>Identify and unify duplicate contact records to establish a </a:t>
            </a:r>
            <a:r>
              <a:rPr lang="en-US" sz="1728" b="1">
                <a:solidFill>
                  <a:srgbClr val="000000"/>
                </a:solidFill>
                <a:latin typeface="Aptos"/>
              </a:rPr>
              <a:t>single, trusted identity</a:t>
            </a:r>
            <a:r>
              <a:rPr lang="en-US" sz="1728" b="0">
                <a:solidFill>
                  <a:srgbClr val="000000"/>
                </a:solidFill>
                <a:latin typeface="Aptos"/>
              </a:rPr>
              <a:t> for each individual.</a:t>
            </a:r>
            <a:endParaRPr lang="en-US" sz="1800" b="0" dirty="0">
              <a:solidFill>
                <a:srgbClr val="000000"/>
              </a:solidFill>
              <a:latin typeface="Aptos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6795996" y="3579427"/>
            <a:ext cx="4143329" cy="113838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1728" b="0">
                <a:solidFill>
                  <a:srgbClr val="000000"/>
                </a:solidFill>
                <a:latin typeface="Aptos"/>
              </a:rPr>
              <a:t>Unlock the full client journey by connecting historical appearances and engagements across accounts into one </a:t>
            </a:r>
            <a:r>
              <a:rPr lang="en-US" sz="1728" b="1">
                <a:solidFill>
                  <a:srgbClr val="000000"/>
                </a:solidFill>
                <a:latin typeface="Aptos"/>
              </a:rPr>
              <a:t>consolidated, chronological timeline</a:t>
            </a:r>
            <a:r>
              <a:rPr lang="en-US" sz="1728" b="0">
                <a:solidFill>
                  <a:srgbClr val="000000"/>
                </a:solidFill>
                <a:latin typeface="Aptos"/>
              </a:rPr>
              <a:t>.</a:t>
            </a:r>
          </a:p>
        </p:txBody>
      </p:sp>
      <p:sp>
        <p:nvSpPr>
          <p:cNvPr id="18" name="TextBox 10"/>
          <p:cNvSpPr txBox="1"/>
          <p:nvPr/>
        </p:nvSpPr>
        <p:spPr>
          <a:xfrm>
            <a:off x="6365863" y="5563309"/>
            <a:ext cx="4415455" cy="27680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1728" b="0">
                <a:solidFill>
                  <a:srgbClr val="000000"/>
                </a:solidFill>
                <a:latin typeface="Aptos"/>
              </a:rPr>
              <a:t>XYZ</a:t>
            </a:r>
          </a:p>
        </p:txBody>
      </p:sp>
      <p:sp>
        <p:nvSpPr>
          <p:cNvPr id="19" name="TextBox 10"/>
          <p:cNvSpPr txBox="1"/>
          <p:nvPr/>
        </p:nvSpPr>
        <p:spPr>
          <a:xfrm>
            <a:off x="6365863" y="5896883"/>
            <a:ext cx="4415455" cy="27680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1728" b="0">
                <a:solidFill>
                  <a:srgbClr val="000000"/>
                </a:solidFill>
                <a:latin typeface="Aptos"/>
              </a:rPr>
              <a:t>ABC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5294917" y="5615979"/>
            <a:ext cx="693481" cy="438912"/>
          </a:xfrm>
          <a:prstGeom prst="rightArrow">
            <a:avLst/>
          </a:prstGeom>
          <a:solidFill>
            <a:srgbClr val="0057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87782" tIns="43891" rIns="87782" bIns="43891"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879463" y="1372498"/>
            <a:ext cx="48280" cy="1492301"/>
          </a:xfrm>
          <a:prstGeom prst="rect">
            <a:avLst/>
          </a:prstGeom>
          <a:solidFill>
            <a:srgbClr val="0057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87782" tIns="43891" rIns="87782" bIns="43891"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79463" y="3553092"/>
            <a:ext cx="509138" cy="44319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/>
            </a:pPr>
            <a:r>
              <a:rPr lang="en-US" sz="2880" b="1">
                <a:solidFill>
                  <a:srgbClr val="0057AF"/>
                </a:solidFill>
                <a:latin typeface="Aptos"/>
              </a:rPr>
              <a:t>01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07854" y="3553092"/>
            <a:ext cx="509138" cy="44319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/>
            </a:pPr>
            <a:r>
              <a:rPr lang="en-US" sz="2880" b="1">
                <a:solidFill>
                  <a:srgbClr val="0057AF"/>
                </a:solidFill>
                <a:latin typeface="Aptos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45885210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Rectangle 33"/>
          <p:cNvSpPr/>
          <p:nvPr/>
        </p:nvSpPr>
        <p:spPr>
          <a:xfrm>
            <a:off x="594360" y="5513832"/>
            <a:ext cx="11000232" cy="640080"/>
          </a:xfrm>
          <a:prstGeom prst="rect">
            <a:avLst/>
          </a:prstGeom>
          <a:solidFill>
            <a:srgbClr val="FFFFFF"/>
          </a:solidFill>
          <a:ln w="8941">
            <a:solidFill>
              <a:srgbClr val="4C8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4"/>
          <p:cNvSpPr/>
          <p:nvPr/>
        </p:nvSpPr>
        <p:spPr>
          <a:xfrm>
            <a:off x="594360" y="5513832"/>
            <a:ext cx="2286000" cy="640080"/>
          </a:xfrm>
          <a:prstGeom prst="rect">
            <a:avLst/>
          </a:prstGeom>
          <a:solidFill>
            <a:srgbClr val="002869"/>
          </a:solidFill>
          <a:ln w="8941">
            <a:solidFill>
              <a:srgbClr val="0057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33"/>
          <p:cNvSpPr/>
          <p:nvPr/>
        </p:nvSpPr>
        <p:spPr>
          <a:xfrm>
            <a:off x="6301392" y="2801325"/>
            <a:ext cx="5293200" cy="2463125"/>
          </a:xfrm>
          <a:prstGeom prst="rect">
            <a:avLst/>
          </a:prstGeom>
          <a:solidFill>
            <a:srgbClr val="FFFFFF"/>
          </a:solidFill>
          <a:ln w="8941">
            <a:solidFill>
              <a:srgbClr val="4C8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34"/>
          <p:cNvSpPr/>
          <p:nvPr/>
        </p:nvSpPr>
        <p:spPr>
          <a:xfrm>
            <a:off x="6301392" y="2801325"/>
            <a:ext cx="5293200" cy="393415"/>
          </a:xfrm>
          <a:prstGeom prst="rect">
            <a:avLst/>
          </a:prstGeom>
          <a:solidFill>
            <a:srgbClr val="002869"/>
          </a:solidFill>
          <a:ln w="8941">
            <a:solidFill>
              <a:srgbClr val="0057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33"/>
          <p:cNvSpPr/>
          <p:nvPr/>
        </p:nvSpPr>
        <p:spPr>
          <a:xfrm>
            <a:off x="594360" y="2801325"/>
            <a:ext cx="5273952" cy="2463125"/>
          </a:xfrm>
          <a:prstGeom prst="rect">
            <a:avLst/>
          </a:prstGeom>
          <a:solidFill>
            <a:srgbClr val="FFFFFF"/>
          </a:solidFill>
          <a:ln w="8941">
            <a:solidFill>
              <a:srgbClr val="4C8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34"/>
          <p:cNvSpPr/>
          <p:nvPr/>
        </p:nvSpPr>
        <p:spPr>
          <a:xfrm>
            <a:off x="594360" y="2801325"/>
            <a:ext cx="5273952" cy="393415"/>
          </a:xfrm>
          <a:prstGeom prst="rect">
            <a:avLst/>
          </a:prstGeom>
          <a:solidFill>
            <a:srgbClr val="002869"/>
          </a:solidFill>
          <a:ln w="8941">
            <a:solidFill>
              <a:srgbClr val="0057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33"/>
          <p:cNvSpPr/>
          <p:nvPr/>
        </p:nvSpPr>
        <p:spPr>
          <a:xfrm>
            <a:off x="594360" y="1261872"/>
            <a:ext cx="11000232" cy="1299982"/>
          </a:xfrm>
          <a:prstGeom prst="rect">
            <a:avLst/>
          </a:prstGeom>
          <a:solidFill>
            <a:srgbClr val="FFFFFF"/>
          </a:solidFill>
          <a:ln w="8941">
            <a:solidFill>
              <a:srgbClr val="4C8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34"/>
          <p:cNvSpPr/>
          <p:nvPr/>
        </p:nvSpPr>
        <p:spPr>
          <a:xfrm>
            <a:off x="594360" y="1261872"/>
            <a:ext cx="11000232" cy="393415"/>
          </a:xfrm>
          <a:prstGeom prst="rect">
            <a:avLst/>
          </a:prstGeom>
          <a:solidFill>
            <a:srgbClr val="002869"/>
          </a:solidFill>
          <a:ln w="8941">
            <a:solidFill>
              <a:srgbClr val="0057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DA86FC5-C14C-4BCA-AFCA-A568554BE5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4360" y="320040"/>
            <a:ext cx="10972800" cy="640080"/>
          </a:xfrm>
        </p:spPr>
        <p:txBody>
          <a:bodyPr wrap="square">
            <a:normAutofit/>
          </a:bodyPr>
          <a:lstStyle/>
          <a:p>
            <a:r>
              <a:rPr lang="en-US" sz="3600" b="0" dirty="0">
                <a:solidFill>
                  <a:srgbClr val="002869"/>
                </a:solidFill>
                <a:latin typeface="Aptos"/>
              </a:rPr>
              <a:t>Data Sources &amp; Scope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81A9B4-9EF2-9424-B8FB-D05520C6C2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38720" y="2861192"/>
            <a:ext cx="4908240" cy="301752"/>
          </a:xfrm>
        </p:spPr>
        <p:txBody>
          <a:bodyPr wrap="square" lIns="0" tIns="0" rIns="0" bIns="0">
            <a:normAutofit/>
          </a:bodyPr>
          <a:lstStyle/>
          <a:p>
            <a:pPr marL="0" indent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0" b="1">
                <a:solidFill>
                  <a:srgbClr val="FFFFFF"/>
                </a:solidFill>
                <a:latin typeface="Aptos"/>
              </a:rPr>
              <a:t>Data sources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090672" y="5596128"/>
            <a:ext cx="2798064" cy="30437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0" b="1">
                <a:solidFill>
                  <a:srgbClr val="002869"/>
                </a:solidFill>
                <a:latin typeface="Aptos"/>
              </a:rPr>
              <a:t>123,566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90672" y="5897880"/>
            <a:ext cx="2798064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>
                <a:solidFill>
                  <a:srgbClr val="000000"/>
                </a:solidFill>
                <a:latin typeface="Aptos"/>
              </a:rPr>
              <a:t>Total profiles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52160" y="5596128"/>
            <a:ext cx="2798064" cy="30437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0" b="1">
                <a:solidFill>
                  <a:srgbClr val="002869"/>
                </a:solidFill>
                <a:latin typeface="Aptos"/>
              </a:rPr>
              <a:t>112,323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52160" y="5897880"/>
            <a:ext cx="2798064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>
                <a:solidFill>
                  <a:srgbClr val="000000"/>
                </a:solidFill>
                <a:latin typeface="Aptos"/>
              </a:rPr>
              <a:t>Active profiles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13648" y="5596128"/>
            <a:ext cx="2798064" cy="30437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0" b="1">
                <a:solidFill>
                  <a:srgbClr val="002869"/>
                </a:solidFill>
                <a:latin typeface="Aptos"/>
              </a:rPr>
              <a:t>12,454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13648" y="5897880"/>
            <a:ext cx="2798064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>
                <a:solidFill>
                  <a:srgbClr val="000000"/>
                </a:solidFill>
                <a:latin typeface="Aptos"/>
              </a:rPr>
              <a:t>Contacts with LinkedIn history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45752" y="2861192"/>
            <a:ext cx="4908240" cy="301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0" b="1">
                <a:solidFill>
                  <a:srgbClr val="FFFFFF"/>
                </a:solidFill>
                <a:latin typeface="Aptos"/>
              </a:rPr>
              <a:t>Matching attributes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7968" y="3340133"/>
            <a:ext cx="4860120" cy="28834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>
                <a:solidFill>
                  <a:srgbClr val="002869"/>
                </a:solidFill>
                <a:latin typeface="Aptos"/>
              </a:rPr>
              <a:t>MDM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7968" y="3630919"/>
            <a:ext cx="4860120" cy="2723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 b="0">
                <a:solidFill>
                  <a:srgbClr val="000000"/>
                </a:solidFill>
                <a:latin typeface="Aptos"/>
              </a:rPr>
              <a:t>schema1.table1, schema2.table2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7968" y="3973020"/>
            <a:ext cx="4860120" cy="28834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>
                <a:solidFill>
                  <a:srgbClr val="002869"/>
                </a:solidFill>
                <a:latin typeface="Aptos"/>
              </a:rPr>
              <a:t>LinkedIn (TeamA DB)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7968" y="4263805"/>
            <a:ext cx="4860120" cy="2723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 b="0">
                <a:solidFill>
                  <a:srgbClr val="000000"/>
                </a:solidFill>
                <a:latin typeface="Aptos"/>
              </a:rPr>
              <a:t>User histories collected via Lix API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7968" y="4605906"/>
            <a:ext cx="4860120" cy="28834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>
                <a:solidFill>
                  <a:srgbClr val="002869"/>
                </a:solidFill>
                <a:latin typeface="Aptos"/>
              </a:rPr>
              <a:t>ZoomInfo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57968" y="4896691"/>
            <a:ext cx="4860120" cy="2723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 b="0">
                <a:solidFill>
                  <a:srgbClr val="000000"/>
                </a:solidFill>
                <a:latin typeface="Aptos"/>
              </a:rPr>
              <a:t>Enriched data for ~60K specific contact records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65000" y="3340133"/>
            <a:ext cx="4860120" cy="28834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>
                <a:solidFill>
                  <a:srgbClr val="002869"/>
                </a:solidFill>
                <a:latin typeface="Aptos"/>
              </a:rPr>
              <a:t>Person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65000" y="3673681"/>
            <a:ext cx="4860120" cy="5548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 b="0" dirty="0">
                <a:solidFill>
                  <a:srgbClr val="000000"/>
                </a:solidFill>
                <a:latin typeface="Aptos"/>
              </a:rPr>
              <a:t>First Name, Last Name, Email,</a:t>
            </a:r>
          </a:p>
          <a:p>
            <a:pPr marL="0" indent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 b="0" dirty="0">
                <a:solidFill>
                  <a:srgbClr val="000000"/>
                </a:solidFill>
                <a:latin typeface="Aptos"/>
              </a:rPr>
              <a:t>LinkedIn URL, Phone Number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65000" y="4332225"/>
            <a:ext cx="4860120" cy="28834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>
                <a:solidFill>
                  <a:srgbClr val="002869"/>
                </a:solidFill>
                <a:latin typeface="Aptos"/>
              </a:rPr>
              <a:t>Account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65000" y="4623011"/>
            <a:ext cx="4860120" cy="5548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 b="0">
                <a:solidFill>
                  <a:srgbClr val="000000"/>
                </a:solidFill>
                <a:latin typeface="Aptos"/>
              </a:rPr>
              <a:t>Name, Org Code, SAS ID, Enterprise ID,</a:t>
            </a:r>
          </a:p>
          <a:p>
            <a:pPr marL="0" indent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 b="0">
                <a:solidFill>
                  <a:srgbClr val="000000"/>
                </a:solidFill>
                <a:latin typeface="Aptos"/>
              </a:rPr>
              <a:t>Location Attributes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8720" y="1321739"/>
            <a:ext cx="9624000" cy="33637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2100" b="1">
                <a:solidFill>
                  <a:srgbClr val="FFFFFF"/>
                </a:solidFill>
                <a:latin typeface="Aptos"/>
              </a:rPr>
              <a:t>Scope Constraints &amp; Exclusions</a:t>
            </a:r>
          </a:p>
        </p:txBody>
      </p:sp>
      <p:sp>
        <p:nvSpPr>
          <p:cNvPr id="29" name="TextBox 11"/>
          <p:cNvSpPr txBox="1"/>
          <p:nvPr/>
        </p:nvSpPr>
        <p:spPr>
          <a:xfrm>
            <a:off x="757968" y="1783575"/>
            <a:ext cx="1058640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0">
                <a:solidFill>
                  <a:srgbClr val="000000"/>
                </a:solidFill>
                <a:latin typeface="Aptos"/>
              </a:rPr>
              <a:t>Prospect contact types are entirely out of scope.</a:t>
            </a:r>
          </a:p>
        </p:txBody>
      </p:sp>
      <p:sp>
        <p:nvSpPr>
          <p:cNvPr id="30" name="TextBox 11"/>
          <p:cNvSpPr txBox="1"/>
          <p:nvPr/>
        </p:nvSpPr>
        <p:spPr>
          <a:xfrm>
            <a:off x="757968" y="2176991"/>
            <a:ext cx="1058640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0">
                <a:solidFill>
                  <a:srgbClr val="000000"/>
                </a:solidFill>
                <a:latin typeface="Aptos"/>
              </a:rPr>
              <a:t>Every evaluation pair must include at least one licensed user.</a:t>
            </a:r>
          </a:p>
        </p:txBody>
      </p:sp>
      <p:sp>
        <p:nvSpPr>
          <p:cNvPr id="31" name="TextBox 11"/>
          <p:cNvSpPr txBox="1"/>
          <p:nvPr/>
        </p:nvSpPr>
        <p:spPr>
          <a:xfrm>
            <a:off x="749808" y="5681682"/>
            <a:ext cx="1975104" cy="30437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indent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0" b="1">
                <a:solidFill>
                  <a:srgbClr val="FFFFFF"/>
                </a:solidFill>
                <a:latin typeface="Aptos"/>
              </a:rPr>
              <a:t>Profile metrics</a:t>
            </a:r>
          </a:p>
        </p:txBody>
      </p:sp>
    </p:spTree>
    <p:extLst>
      <p:ext uri="{BB962C8B-B14F-4D97-AF65-F5344CB8AC3E}">
        <p14:creationId xmlns:p14="http://schemas.microsoft.com/office/powerpoint/2010/main" val="208877808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1" name="Connector 20"/>
          <p:cNvCxnSpPr/>
          <p:nvPr/>
        </p:nvCxnSpPr>
        <p:spPr>
          <a:xfrm>
            <a:off x="9208008" y="5490972"/>
            <a:ext cx="283464" cy="0"/>
          </a:xfrm>
          <a:prstGeom prst="line">
            <a:avLst/>
          </a:prstGeom>
          <a:ln w="21590">
            <a:solidFill>
              <a:srgbClr val="0057A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7095744" y="5490972"/>
            <a:ext cx="265176" cy="0"/>
          </a:xfrm>
          <a:prstGeom prst="line">
            <a:avLst/>
          </a:prstGeom>
          <a:ln w="21590">
            <a:solidFill>
              <a:srgbClr val="0057A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5010912" y="5490972"/>
            <a:ext cx="237744" cy="0"/>
          </a:xfrm>
          <a:prstGeom prst="line">
            <a:avLst/>
          </a:prstGeom>
          <a:ln w="21590">
            <a:solidFill>
              <a:srgbClr val="0057A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5010912" y="3589020"/>
            <a:ext cx="4480560" cy="0"/>
          </a:xfrm>
          <a:prstGeom prst="line">
            <a:avLst/>
          </a:prstGeom>
          <a:ln w="21590">
            <a:solidFill>
              <a:srgbClr val="0057A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5010912" y="3589020"/>
            <a:ext cx="0" cy="1901952"/>
          </a:xfrm>
          <a:prstGeom prst="line">
            <a:avLst/>
          </a:prstGeom>
          <a:ln w="21590">
            <a:solidFill>
              <a:srgbClr val="0057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4791456" y="4485132"/>
            <a:ext cx="219456" cy="0"/>
          </a:xfrm>
          <a:prstGeom prst="line">
            <a:avLst/>
          </a:prstGeom>
          <a:ln w="21590">
            <a:solidFill>
              <a:srgbClr val="0057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2532888" y="4485132"/>
            <a:ext cx="320040" cy="0"/>
          </a:xfrm>
          <a:prstGeom prst="line">
            <a:avLst/>
          </a:prstGeom>
          <a:ln w="21590">
            <a:solidFill>
              <a:srgbClr val="0057A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29F70736-3EBA-2935-D7B8-9F1FCD6C2B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4360" y="320040"/>
            <a:ext cx="10972800" cy="640080"/>
          </a:xfrm>
        </p:spPr>
        <p:txBody>
          <a:bodyPr wrap="square"/>
          <a:lstStyle/>
          <a:p>
            <a:r>
              <a:rPr lang="en-US" sz="3600" b="0">
                <a:solidFill>
                  <a:srgbClr val="002869"/>
                </a:solidFill>
                <a:latin typeface="Aptos"/>
              </a:rPr>
              <a:t>Solution – High Level Design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FF8088-7F6A-5F80-783F-CDCEA456A4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2648" y="1261872"/>
            <a:ext cx="10972800" cy="1325880"/>
          </a:xfrm>
        </p:spPr>
        <p:txBody>
          <a:bodyPr/>
          <a:lstStyle/>
          <a:p>
            <a:pPr marL="0" indent="0">
              <a:spcBef>
                <a:spcPts val="0"/>
              </a:spcBef>
              <a:spcAft>
                <a:spcPts val="700"/>
              </a:spcAft>
              <a:buNone/>
            </a:pPr>
            <a:r>
              <a:rPr lang="en-US" sz="2000" b="0">
                <a:solidFill>
                  <a:srgbClr val="5A798C"/>
                </a:solidFill>
                <a:latin typeface="Aptos"/>
              </a:rPr>
              <a:t>The solution combines answers to two different questions,</a:t>
            </a:r>
          </a:p>
          <a:p>
            <a:pPr marL="0" indent="0">
              <a:spcBef>
                <a:spcPts val="0"/>
              </a:spcBef>
              <a:spcAft>
                <a:spcPts val="700"/>
              </a:spcAft>
              <a:buNone/>
            </a:pPr>
            <a:r>
              <a:rPr lang="en-US" sz="2300" b="1">
                <a:solidFill>
                  <a:srgbClr val="002869"/>
                </a:solidFill>
                <a:latin typeface="Aptos"/>
              </a:rPr>
              <a:t>Do the identity attributes match?</a:t>
            </a:r>
          </a:p>
          <a:p>
            <a:pPr marL="0" indent="0">
              <a:spcBef>
                <a:spcPts val="0"/>
              </a:spcBef>
              <a:spcAft>
                <a:spcPts val="700"/>
              </a:spcAft>
              <a:buNone/>
            </a:pPr>
            <a:r>
              <a:rPr lang="en-US" sz="2300" b="1">
                <a:solidFill>
                  <a:srgbClr val="002869"/>
                </a:solidFill>
                <a:latin typeface="Aptos"/>
              </a:rPr>
              <a:t>Do the account related attributes match?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F1930B1F-6716-398A-DA05-F91A9E4584CA}"/>
              </a:ext>
            </a:extLst>
          </p:cNvPr>
          <p:cNvSpPr/>
          <p:nvPr/>
        </p:nvSpPr>
        <p:spPr>
          <a:xfrm>
            <a:off x="594360" y="3822191"/>
            <a:ext cx="1938528" cy="1325880"/>
          </a:xfrm>
          <a:prstGeom prst="roundRect">
            <a:avLst>
              <a:gd name="adj" fmla="val 7000"/>
            </a:avLst>
          </a:prstGeom>
          <a:solidFill>
            <a:srgbClr val="002869"/>
          </a:solidFill>
          <a:ln w="10160">
            <a:solidFill>
              <a:srgbClr val="4C8C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tIns="73152" bIns="73152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800" b="1" dirty="0">
                <a:solidFill>
                  <a:srgbClr val="FFFFFF"/>
                </a:solidFill>
                <a:latin typeface="Aptos"/>
              </a:rPr>
              <a:t>Contact Identity Similarity 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800" b="1" dirty="0">
                <a:solidFill>
                  <a:srgbClr val="FFFFFF"/>
                </a:solidFill>
                <a:latin typeface="Aptos"/>
              </a:rPr>
              <a:t>(Statistical Model)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F9207F20-264A-F969-31E8-3B27497346E2}"/>
              </a:ext>
            </a:extLst>
          </p:cNvPr>
          <p:cNvSpPr/>
          <p:nvPr/>
        </p:nvSpPr>
        <p:spPr>
          <a:xfrm>
            <a:off x="2852928" y="3822191"/>
            <a:ext cx="1938528" cy="1325880"/>
          </a:xfrm>
          <a:prstGeom prst="roundRect">
            <a:avLst>
              <a:gd name="adj" fmla="val 7000"/>
            </a:avLst>
          </a:prstGeom>
          <a:solidFill>
            <a:srgbClr val="002869"/>
          </a:solidFill>
          <a:ln w="10160">
            <a:solidFill>
              <a:srgbClr val="4C8C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tIns="73152" bIns="73152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800" b="1">
                <a:solidFill>
                  <a:srgbClr val="FFFFFF"/>
                </a:solidFill>
                <a:latin typeface="Aptos"/>
              </a:rPr>
              <a:t>Account Similarity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800" b="1">
                <a:solidFill>
                  <a:srgbClr val="FFFFFF"/>
                </a:solidFill>
                <a:latin typeface="Aptos"/>
              </a:rPr>
              <a:t>(Deterministic Rule Engine)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A05A0650-8824-FDC8-3E5D-B9943B94DB30}"/>
              </a:ext>
            </a:extLst>
          </p:cNvPr>
          <p:cNvSpPr/>
          <p:nvPr/>
        </p:nvSpPr>
        <p:spPr>
          <a:xfrm>
            <a:off x="9491472" y="4828032"/>
            <a:ext cx="2103120" cy="1325880"/>
          </a:xfrm>
          <a:prstGeom prst="roundRect">
            <a:avLst>
              <a:gd name="adj" fmla="val 7000"/>
            </a:avLst>
          </a:prstGeom>
          <a:solidFill>
            <a:srgbClr val="0057AF"/>
          </a:solidFill>
          <a:ln w="10160">
            <a:solidFill>
              <a:srgbClr val="4C8C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tIns="73152" bIns="73152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800" b="1">
                <a:solidFill>
                  <a:srgbClr val="FFFFFF"/>
                </a:solidFill>
                <a:latin typeface="Aptos"/>
              </a:rPr>
              <a:t>Validated Journey Linkage Candidates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DE22A4EA-25B8-4C8C-5CEB-95E9FC2EA614}"/>
              </a:ext>
            </a:extLst>
          </p:cNvPr>
          <p:cNvSpPr/>
          <p:nvPr/>
        </p:nvSpPr>
        <p:spPr>
          <a:xfrm>
            <a:off x="7360920" y="4828032"/>
            <a:ext cx="1847088" cy="1325880"/>
          </a:xfrm>
          <a:prstGeom prst="roundRect">
            <a:avLst>
              <a:gd name="adj" fmla="val 7000"/>
            </a:avLst>
          </a:prstGeom>
          <a:solidFill>
            <a:srgbClr val="EAF3FB"/>
          </a:solidFill>
          <a:ln w="10160">
            <a:solidFill>
              <a:srgbClr val="4C8C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tIns="73152" bIns="73152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800" b="0">
                <a:solidFill>
                  <a:srgbClr val="002869"/>
                </a:solidFill>
                <a:latin typeface="Aptos"/>
              </a:rPr>
              <a:t>LinkedIn History Validation Engine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69F5AFA9-F52D-E4C3-0363-87F9063DDC9A}"/>
              </a:ext>
            </a:extLst>
          </p:cNvPr>
          <p:cNvSpPr/>
          <p:nvPr/>
        </p:nvSpPr>
        <p:spPr>
          <a:xfrm>
            <a:off x="5248656" y="4828032"/>
            <a:ext cx="1847088" cy="1325880"/>
          </a:xfrm>
          <a:prstGeom prst="roundRect">
            <a:avLst>
              <a:gd name="adj" fmla="val 7000"/>
            </a:avLst>
          </a:prstGeom>
          <a:solidFill>
            <a:srgbClr val="EAF3FB"/>
          </a:solidFill>
          <a:ln w="10160">
            <a:solidFill>
              <a:srgbClr val="4C8C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tIns="73152" bIns="73152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800" b="0">
                <a:solidFill>
                  <a:srgbClr val="002869"/>
                </a:solidFill>
                <a:latin typeface="Aptos"/>
              </a:rPr>
              <a:t>Journey Linkage Candidates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CC42AF26-779C-A69D-BC6E-3B4CC68D00CC}"/>
              </a:ext>
            </a:extLst>
          </p:cNvPr>
          <p:cNvSpPr/>
          <p:nvPr/>
        </p:nvSpPr>
        <p:spPr>
          <a:xfrm>
            <a:off x="9491472" y="2926080"/>
            <a:ext cx="2103120" cy="1325880"/>
          </a:xfrm>
          <a:prstGeom prst="roundRect">
            <a:avLst>
              <a:gd name="adj" fmla="val 7000"/>
            </a:avLst>
          </a:prstGeom>
          <a:solidFill>
            <a:srgbClr val="0057AF"/>
          </a:solidFill>
          <a:ln w="10160">
            <a:solidFill>
              <a:srgbClr val="4C8C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tIns="73152" bIns="73152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800" b="1">
                <a:solidFill>
                  <a:srgbClr val="FFFFFF"/>
                </a:solidFill>
                <a:latin typeface="Aptos"/>
              </a:rPr>
              <a:t>Contact Duplicate Candidates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" y="3337560"/>
            <a:ext cx="416052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900" b="1">
                <a:solidFill>
                  <a:srgbClr val="0057AF"/>
                </a:solidFill>
                <a:latin typeface="Aptos"/>
              </a:rPr>
              <a:t>Shared similarity checks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48656" y="3054096"/>
            <a:ext cx="182880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900" b="1">
                <a:solidFill>
                  <a:srgbClr val="0057AF"/>
                </a:solidFill>
                <a:latin typeface="Aptos"/>
              </a:rPr>
              <a:t>Goal 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48656" y="4361688"/>
            <a:ext cx="182880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900" b="1">
                <a:solidFill>
                  <a:srgbClr val="0057AF"/>
                </a:solidFill>
                <a:latin typeface="Aptos"/>
              </a:rPr>
              <a:t>Goal 2</a:t>
            </a:r>
          </a:p>
        </p:txBody>
      </p:sp>
    </p:spTree>
    <p:extLst>
      <p:ext uri="{BB962C8B-B14F-4D97-AF65-F5344CB8AC3E}">
        <p14:creationId xmlns:p14="http://schemas.microsoft.com/office/powerpoint/2010/main" val="148682662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6" name="Combined dataset input"/>
          <p:cNvCxnSpPr/>
          <p:nvPr/>
        </p:nvCxnSpPr>
        <p:spPr>
          <a:xfrm>
            <a:off x="2931810" y="2256739"/>
            <a:ext cx="260421" cy="0"/>
          </a:xfrm>
          <a:prstGeom prst="line">
            <a:avLst/>
          </a:prstGeom>
          <a:ln w="14529">
            <a:solidFill>
              <a:srgbClr val="0057A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20040"/>
            <a:ext cx="11155680" cy="777240"/>
          </a:xfrm>
        </p:spPr>
        <p:txBody>
          <a:bodyPr/>
          <a:lstStyle/>
          <a:p>
            <a:r>
              <a:t>Contact Matching and Engagement Workflow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703576" y="1922800"/>
            <a:ext cx="228233" cy="0"/>
          </a:xfrm>
          <a:prstGeom prst="line">
            <a:avLst/>
          </a:prstGeom>
          <a:ln w="14529">
            <a:solidFill>
              <a:srgbClr val="0057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4898136" y="2079711"/>
            <a:ext cx="488655" cy="0"/>
          </a:xfrm>
          <a:prstGeom prst="line">
            <a:avLst/>
          </a:prstGeom>
          <a:ln w="14529">
            <a:solidFill>
              <a:srgbClr val="0057A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108789" y="2079711"/>
            <a:ext cx="488653" cy="0"/>
          </a:xfrm>
          <a:prstGeom prst="line">
            <a:avLst/>
          </a:prstGeom>
          <a:ln w="14529">
            <a:solidFill>
              <a:srgbClr val="0057A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0494264" y="2860243"/>
            <a:ext cx="0" cy="855878"/>
          </a:xfrm>
          <a:prstGeom prst="line">
            <a:avLst/>
          </a:prstGeom>
          <a:ln w="14529">
            <a:solidFill>
              <a:srgbClr val="0057A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0574731" y="3099084"/>
            <a:ext cx="764438" cy="36343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64"/>
              </a:spcAft>
              <a:defRPr sz="1056" b="0">
                <a:solidFill>
                  <a:srgbClr val="5A798C"/>
                </a:solidFill>
                <a:latin typeface="Aptos"/>
              </a:defRPr>
            </a:pPr>
            <a:r>
              <a:t>Trained</a:t>
            </a:r>
            <a:endParaRPr lang="en-US"/>
          </a:p>
          <a:p>
            <a:pPr>
              <a:spcAft>
                <a:spcPts val="264"/>
              </a:spcAft>
              <a:defRPr sz="1056" b="0">
                <a:solidFill>
                  <a:srgbClr val="5A798C"/>
                </a:solidFill>
                <a:latin typeface="Aptos"/>
              </a:defRPr>
            </a:pPr>
            <a:r>
              <a:t>model</a:t>
            </a:r>
            <a:endParaRPr lang="en-US"/>
          </a:p>
        </p:txBody>
      </p:sp>
      <p:cxnSp>
        <p:nvCxnSpPr>
          <p:cNvPr id="8" name="Connector 7"/>
          <p:cNvCxnSpPr/>
          <p:nvPr/>
        </p:nvCxnSpPr>
        <p:spPr>
          <a:xfrm>
            <a:off x="4045183" y="2860243"/>
            <a:ext cx="0" cy="534009"/>
          </a:xfrm>
          <a:prstGeom prst="line">
            <a:avLst/>
          </a:prstGeom>
          <a:ln w="14529">
            <a:solidFill>
              <a:srgbClr val="5A798C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045183" y="3394252"/>
            <a:ext cx="5121371" cy="0"/>
          </a:xfrm>
          <a:prstGeom prst="line">
            <a:avLst/>
          </a:prstGeom>
          <a:ln w="14529">
            <a:solidFill>
              <a:srgbClr val="5A798C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9166555" y="3394252"/>
            <a:ext cx="0" cy="321868"/>
          </a:xfrm>
          <a:prstGeom prst="line">
            <a:avLst/>
          </a:prstGeom>
          <a:ln w="14529">
            <a:solidFill>
              <a:srgbClr val="5A798C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H="1">
            <a:off x="1939137" y="3394252"/>
            <a:ext cx="2106045" cy="0"/>
          </a:xfrm>
          <a:prstGeom prst="line">
            <a:avLst/>
          </a:prstGeom>
          <a:ln w="14529">
            <a:solidFill>
              <a:srgbClr val="5A798C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1939137" y="3394252"/>
            <a:ext cx="0" cy="321868"/>
          </a:xfrm>
          <a:prstGeom prst="line">
            <a:avLst/>
          </a:prstGeom>
          <a:ln w="14529">
            <a:solidFill>
              <a:srgbClr val="5A798C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6730593" y="3394252"/>
            <a:ext cx="0" cy="321868"/>
          </a:xfrm>
          <a:prstGeom prst="line">
            <a:avLst/>
          </a:prstGeom>
          <a:ln w="14529">
            <a:solidFill>
              <a:srgbClr val="5A798C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4466539" y="3128711"/>
            <a:ext cx="4586630" cy="162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64"/>
              </a:spcAft>
              <a:defRPr sz="1056" b="1">
                <a:solidFill>
                  <a:srgbClr val="5A798C"/>
                </a:solidFill>
                <a:latin typeface="Aptos"/>
              </a:defRPr>
            </a:pPr>
            <a:r>
              <a:t>Cleaned data from Step 1</a:t>
            </a:r>
            <a:endParaRPr lang="en-US"/>
          </a:p>
        </p:txBody>
      </p:sp>
      <p:sp>
        <p:nvSpPr>
          <p:cNvPr id="15" name="TextBox 14"/>
          <p:cNvSpPr txBox="1"/>
          <p:nvPr/>
        </p:nvSpPr>
        <p:spPr>
          <a:xfrm>
            <a:off x="933297" y="3450579"/>
            <a:ext cx="2253081" cy="162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64"/>
              </a:spcAft>
              <a:defRPr sz="1056" b="0">
                <a:solidFill>
                  <a:srgbClr val="5A798C"/>
                </a:solidFill>
                <a:latin typeface="Aptos"/>
              </a:defRPr>
            </a:pPr>
            <a:r>
              <a:t>LinkedIn history</a:t>
            </a:r>
            <a:endParaRPr lang="en-US"/>
          </a:p>
        </p:txBody>
      </p:sp>
      <p:sp>
        <p:nvSpPr>
          <p:cNvPr id="16" name="TextBox 15"/>
          <p:cNvSpPr txBox="1"/>
          <p:nvPr/>
        </p:nvSpPr>
        <p:spPr>
          <a:xfrm>
            <a:off x="5764987" y="3450579"/>
            <a:ext cx="2092147" cy="162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64"/>
              </a:spcAft>
              <a:defRPr sz="1056" b="0">
                <a:solidFill>
                  <a:srgbClr val="5A798C"/>
                </a:solidFill>
                <a:latin typeface="Aptos"/>
              </a:defRPr>
            </a:pPr>
            <a:r>
              <a:rPr dirty="0"/>
              <a:t>Account attributes</a:t>
            </a:r>
            <a:endParaRPr lang="en-US"/>
          </a:p>
        </p:txBody>
      </p:sp>
      <p:sp>
        <p:nvSpPr>
          <p:cNvPr id="17" name="TextBox 16"/>
          <p:cNvSpPr txBox="1"/>
          <p:nvPr/>
        </p:nvSpPr>
        <p:spPr>
          <a:xfrm>
            <a:off x="8643518" y="3450579"/>
            <a:ext cx="1287475" cy="162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64"/>
              </a:spcAft>
              <a:defRPr sz="1056" b="0">
                <a:solidFill>
                  <a:srgbClr val="5A798C"/>
                </a:solidFill>
                <a:latin typeface="Aptos"/>
              </a:defRPr>
            </a:pPr>
            <a:r>
              <a:t>Input records</a:t>
            </a:r>
            <a:endParaRPr lang="en-US"/>
          </a:p>
        </p:txBody>
      </p:sp>
      <p:cxnSp>
        <p:nvCxnSpPr>
          <p:cNvPr id="18" name="Connector 17"/>
          <p:cNvCxnSpPr/>
          <p:nvPr/>
        </p:nvCxnSpPr>
        <p:spPr>
          <a:xfrm flipH="1">
            <a:off x="8082441" y="4641494"/>
            <a:ext cx="561074" cy="0"/>
          </a:xfrm>
          <a:prstGeom prst="line">
            <a:avLst/>
          </a:prstGeom>
          <a:ln w="14529">
            <a:solidFill>
              <a:srgbClr val="0057A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H="1">
            <a:off x="5086136" y="4641494"/>
            <a:ext cx="300654" cy="0"/>
          </a:xfrm>
          <a:prstGeom prst="line">
            <a:avLst/>
          </a:prstGeom>
          <a:ln w="14529">
            <a:solidFill>
              <a:srgbClr val="0057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5086136" y="3973616"/>
            <a:ext cx="0" cy="667877"/>
          </a:xfrm>
          <a:prstGeom prst="line">
            <a:avLst/>
          </a:prstGeom>
          <a:ln w="14529">
            <a:solidFill>
              <a:srgbClr val="0057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86136" y="4641494"/>
            <a:ext cx="0" cy="708111"/>
          </a:xfrm>
          <a:prstGeom prst="line">
            <a:avLst/>
          </a:prstGeom>
          <a:ln w="14529">
            <a:solidFill>
              <a:srgbClr val="0057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H="1">
            <a:off x="4833762" y="3973616"/>
            <a:ext cx="252374" cy="0"/>
          </a:xfrm>
          <a:prstGeom prst="line">
            <a:avLst/>
          </a:prstGeom>
          <a:ln w="14529">
            <a:solidFill>
              <a:srgbClr val="0057A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H="1">
            <a:off x="4833762" y="4432279"/>
            <a:ext cx="252374" cy="0"/>
          </a:xfrm>
          <a:prstGeom prst="line">
            <a:avLst/>
          </a:prstGeom>
          <a:ln w="14529">
            <a:solidFill>
              <a:srgbClr val="0057A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 flipH="1">
            <a:off x="4833762" y="4890942"/>
            <a:ext cx="252374" cy="0"/>
          </a:xfrm>
          <a:prstGeom prst="line">
            <a:avLst/>
          </a:prstGeom>
          <a:ln w="14529">
            <a:solidFill>
              <a:srgbClr val="0057A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H="1">
            <a:off x="4833762" y="5349605"/>
            <a:ext cx="252374" cy="0"/>
          </a:xfrm>
          <a:prstGeom prst="line">
            <a:avLst/>
          </a:prstGeom>
          <a:ln w="14529">
            <a:solidFill>
              <a:srgbClr val="0057A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H="1">
            <a:off x="3122005" y="4890942"/>
            <a:ext cx="408187" cy="0"/>
          </a:xfrm>
          <a:prstGeom prst="line">
            <a:avLst/>
          </a:prstGeom>
          <a:ln w="14529">
            <a:solidFill>
              <a:srgbClr val="0057A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893064" y="1371600"/>
            <a:ext cx="1850745" cy="162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64"/>
              </a:spcAft>
              <a:defRPr sz="1056" b="1">
                <a:solidFill>
                  <a:srgbClr val="5A798C"/>
                </a:solidFill>
                <a:latin typeface="Aptos"/>
              </a:defRPr>
            </a:pPr>
            <a:r>
              <a:t>INPUT DATASETS</a:t>
            </a:r>
            <a:endParaRPr lang="en-US"/>
          </a:p>
        </p:txBody>
      </p:sp>
      <p:sp>
        <p:nvSpPr>
          <p:cNvPr id="28" name="Data 27"/>
          <p:cNvSpPr/>
          <p:nvPr/>
        </p:nvSpPr>
        <p:spPr>
          <a:xfrm>
            <a:off x="852830" y="1653235"/>
            <a:ext cx="1850745" cy="539130"/>
          </a:xfrm>
          <a:prstGeom prst="can">
            <a:avLst/>
          </a:prstGeom>
          <a:solidFill>
            <a:srgbClr val="FFFFFF"/>
          </a:solidFill>
          <a:ln w="11265">
            <a:solidFill>
              <a:srgbClr val="0057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973531" y="1870317"/>
            <a:ext cx="1609344" cy="20313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  <a:defRPr sz="1320" b="1">
                <a:solidFill>
                  <a:srgbClr val="000000"/>
                </a:solidFill>
                <a:latin typeface="Aptos"/>
              </a:defRPr>
            </a:pPr>
            <a:r>
              <a:rPr dirty="0"/>
              <a:t>Person &amp; Account</a:t>
            </a:r>
            <a:endParaRPr lang="en-US"/>
          </a:p>
        </p:txBody>
      </p:sp>
      <p:sp>
        <p:nvSpPr>
          <p:cNvPr id="30" name="Data 29"/>
          <p:cNvSpPr/>
          <p:nvPr/>
        </p:nvSpPr>
        <p:spPr>
          <a:xfrm>
            <a:off x="852830" y="2313066"/>
            <a:ext cx="1850745" cy="547176"/>
          </a:xfrm>
          <a:prstGeom prst="can">
            <a:avLst/>
          </a:prstGeom>
          <a:solidFill>
            <a:srgbClr val="FFFFFF"/>
          </a:solidFill>
          <a:ln w="11265">
            <a:solidFill>
              <a:srgbClr val="0057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973531" y="2534172"/>
            <a:ext cx="1609344" cy="20313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  <a:defRPr sz="1320" b="1">
                <a:solidFill>
                  <a:srgbClr val="000000"/>
                </a:solidFill>
                <a:latin typeface="Aptos"/>
              </a:defRPr>
            </a:pPr>
            <a:r>
              <a:rPr dirty="0"/>
              <a:t>LinkedIn History</a:t>
            </a:r>
            <a:endParaRPr lang="en-US"/>
          </a:p>
        </p:txBody>
      </p:sp>
      <p:cxnSp>
        <p:nvCxnSpPr>
          <p:cNvPr id="32" name="Connector 31"/>
          <p:cNvCxnSpPr/>
          <p:nvPr/>
        </p:nvCxnSpPr>
        <p:spPr>
          <a:xfrm>
            <a:off x="2703576" y="2586654"/>
            <a:ext cx="228233" cy="0"/>
          </a:xfrm>
          <a:prstGeom prst="line">
            <a:avLst/>
          </a:prstGeom>
          <a:ln w="14529">
            <a:solidFill>
              <a:srgbClr val="0057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 flipV="1">
            <a:off x="2931810" y="1922800"/>
            <a:ext cx="0" cy="663854"/>
          </a:xfrm>
          <a:prstGeom prst="line">
            <a:avLst/>
          </a:prstGeom>
          <a:ln w="14529">
            <a:solidFill>
              <a:srgbClr val="0057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ectangle 33"/>
          <p:cNvSpPr/>
          <p:nvPr/>
        </p:nvSpPr>
        <p:spPr>
          <a:xfrm>
            <a:off x="3192231" y="1653235"/>
            <a:ext cx="1705904" cy="1207008"/>
          </a:xfrm>
          <a:prstGeom prst="rect">
            <a:avLst/>
          </a:prstGeom>
          <a:solidFill>
            <a:srgbClr val="FFFFFF"/>
          </a:solidFill>
          <a:ln w="8941">
            <a:solidFill>
              <a:srgbClr val="4C8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3192231" y="1653235"/>
            <a:ext cx="1705904" cy="386242"/>
          </a:xfrm>
          <a:prstGeom prst="rect">
            <a:avLst/>
          </a:prstGeom>
          <a:solidFill>
            <a:srgbClr val="002869"/>
          </a:solidFill>
          <a:ln w="8941">
            <a:solidFill>
              <a:srgbClr val="0057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3288792" y="1709562"/>
            <a:ext cx="1512783" cy="26161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64"/>
              </a:spcAft>
              <a:defRPr sz="1496" b="1">
                <a:solidFill>
                  <a:srgbClr val="FFFFFF"/>
                </a:solidFill>
                <a:latin typeface="Aptos"/>
              </a:defRPr>
            </a:pPr>
            <a:r>
              <a:rPr dirty="0"/>
              <a:t>1  Prepare data</a:t>
            </a:r>
            <a:endParaRPr lang="en-US"/>
          </a:p>
        </p:txBody>
      </p:sp>
      <p:sp>
        <p:nvSpPr>
          <p:cNvPr id="37" name="TextBox 36"/>
          <p:cNvSpPr txBox="1"/>
          <p:nvPr/>
        </p:nvSpPr>
        <p:spPr>
          <a:xfrm>
            <a:off x="3304885" y="2144085"/>
            <a:ext cx="1480596" cy="64787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64"/>
              </a:spcAft>
              <a:defRPr sz="1320" b="0">
                <a:solidFill>
                  <a:srgbClr val="000000"/>
                </a:solidFill>
                <a:latin typeface="Aptos"/>
              </a:defRPr>
            </a:pPr>
            <a:r>
              <a:t>Clean and normalize</a:t>
            </a:r>
            <a:endParaRPr lang="en-US"/>
          </a:p>
          <a:p>
            <a:pPr>
              <a:spcAft>
                <a:spcPts val="264"/>
              </a:spcAft>
              <a:defRPr sz="1320" b="0">
                <a:solidFill>
                  <a:srgbClr val="000000"/>
                </a:solidFill>
                <a:latin typeface="Aptos"/>
              </a:defRPr>
            </a:pPr>
            <a:r>
              <a:t>both input datasets</a:t>
            </a:r>
            <a:endParaRPr lang="en-US"/>
          </a:p>
        </p:txBody>
      </p:sp>
      <p:sp>
        <p:nvSpPr>
          <p:cNvPr id="38" name="Rectangle 37"/>
          <p:cNvSpPr/>
          <p:nvPr/>
        </p:nvSpPr>
        <p:spPr>
          <a:xfrm>
            <a:off x="5386791" y="1653235"/>
            <a:ext cx="1721998" cy="1207008"/>
          </a:xfrm>
          <a:prstGeom prst="rect">
            <a:avLst/>
          </a:prstGeom>
          <a:solidFill>
            <a:srgbClr val="FFFFFF"/>
          </a:solidFill>
          <a:ln w="8941">
            <a:solidFill>
              <a:srgbClr val="4C8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5386791" y="1653235"/>
            <a:ext cx="1721998" cy="386242"/>
          </a:xfrm>
          <a:prstGeom prst="rect">
            <a:avLst/>
          </a:prstGeom>
          <a:solidFill>
            <a:srgbClr val="002869"/>
          </a:solidFill>
          <a:ln w="8941">
            <a:solidFill>
              <a:srgbClr val="0057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5483352" y="1709562"/>
            <a:ext cx="1528876" cy="23019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64"/>
              </a:spcAft>
              <a:defRPr sz="1496" b="1">
                <a:solidFill>
                  <a:srgbClr val="FFFFFF"/>
                </a:solidFill>
                <a:latin typeface="Aptos"/>
              </a:defRPr>
            </a:pPr>
            <a:r>
              <a:t>2  </a:t>
            </a:r>
            <a:r>
              <a:rPr lang="en-US"/>
              <a:t>Find pairs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499444" y="2144085"/>
            <a:ext cx="1496689" cy="60939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64"/>
              </a:spcAft>
              <a:defRPr sz="1320" b="0">
                <a:solidFill>
                  <a:srgbClr val="000000"/>
                </a:solidFill>
                <a:latin typeface="Aptos"/>
              </a:defRPr>
            </a:pPr>
            <a:r>
              <a:rPr lang="en-US"/>
              <a:t>Select potentially matching records for comparison.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597443" y="1653235"/>
            <a:ext cx="3701491" cy="1327708"/>
          </a:xfrm>
          <a:prstGeom prst="rect">
            <a:avLst/>
          </a:prstGeom>
          <a:solidFill>
            <a:srgbClr val="FFFFFF"/>
          </a:solidFill>
          <a:ln w="8941">
            <a:solidFill>
              <a:srgbClr val="4C8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angle 42"/>
          <p:cNvSpPr/>
          <p:nvPr/>
        </p:nvSpPr>
        <p:spPr>
          <a:xfrm>
            <a:off x="7597443" y="1653235"/>
            <a:ext cx="3701491" cy="386242"/>
          </a:xfrm>
          <a:prstGeom prst="rect">
            <a:avLst/>
          </a:prstGeom>
          <a:solidFill>
            <a:srgbClr val="002869"/>
          </a:solidFill>
          <a:ln w="8941">
            <a:solidFill>
              <a:srgbClr val="0057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7694004" y="1709562"/>
            <a:ext cx="3508369" cy="26161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64"/>
              </a:spcAft>
              <a:defRPr sz="1496" b="1">
                <a:solidFill>
                  <a:srgbClr val="FFFFFF"/>
                </a:solidFill>
                <a:latin typeface="Aptos"/>
              </a:defRPr>
            </a:pPr>
            <a:r>
              <a:t>3  Train matching model</a:t>
            </a:r>
            <a:endParaRPr lang="en-US"/>
          </a:p>
        </p:txBody>
      </p:sp>
      <p:sp>
        <p:nvSpPr>
          <p:cNvPr id="45" name="TextBox 44"/>
          <p:cNvSpPr txBox="1"/>
          <p:nvPr/>
        </p:nvSpPr>
        <p:spPr>
          <a:xfrm>
            <a:off x="7710098" y="2103851"/>
            <a:ext cx="3476182" cy="67351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528"/>
              </a:spcAft>
              <a:defRPr sz="1320" b="0">
                <a:solidFill>
                  <a:srgbClr val="000000"/>
                </a:solidFill>
                <a:latin typeface="Aptos"/>
              </a:defRPr>
            </a:pPr>
            <a:r>
              <a:rPr lang="en-US" b="1"/>
              <a:t>Identity patterns:</a:t>
            </a:r>
            <a:r>
              <a:rPr lang="en-US"/>
              <a:t> </a:t>
            </a:r>
            <a:r>
              <a:t>name, email, LinkedIn URL and phone.</a:t>
            </a:r>
            <a:endParaRPr lang="en-US"/>
          </a:p>
          <a:p>
            <a:pPr>
              <a:spcAft>
                <a:spcPts val="0"/>
              </a:spcAft>
              <a:defRPr sz="1320" b="0">
                <a:solidFill>
                  <a:srgbClr val="000000"/>
                </a:solidFill>
                <a:latin typeface="Aptos"/>
              </a:defRPr>
            </a:pPr>
            <a:r>
              <a:rPr lang="en-US" b="1"/>
              <a:t>Fellegi–Sunter + Expectation Maximization.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8643518" y="3716121"/>
            <a:ext cx="2655417" cy="1931212"/>
          </a:xfrm>
          <a:prstGeom prst="rect">
            <a:avLst/>
          </a:prstGeom>
          <a:solidFill>
            <a:srgbClr val="FFFFFF"/>
          </a:solidFill>
          <a:ln w="8941">
            <a:solidFill>
              <a:srgbClr val="4C8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ectangle 46"/>
          <p:cNvSpPr/>
          <p:nvPr/>
        </p:nvSpPr>
        <p:spPr>
          <a:xfrm>
            <a:off x="8643518" y="3716121"/>
            <a:ext cx="2655417" cy="386242"/>
          </a:xfrm>
          <a:prstGeom prst="rect">
            <a:avLst/>
          </a:prstGeom>
          <a:solidFill>
            <a:srgbClr val="002869"/>
          </a:solidFill>
          <a:ln w="8941">
            <a:solidFill>
              <a:srgbClr val="0057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8740079" y="3772448"/>
            <a:ext cx="2462295" cy="26161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64"/>
              </a:spcAft>
              <a:defRPr sz="1496" b="1">
                <a:solidFill>
                  <a:srgbClr val="FFFFFF"/>
                </a:solidFill>
                <a:latin typeface="Aptos"/>
              </a:defRPr>
            </a:pPr>
            <a:r>
              <a:t>4  Score candidates</a:t>
            </a:r>
            <a:endParaRPr lang="en-US"/>
          </a:p>
        </p:txBody>
      </p:sp>
      <p:sp>
        <p:nvSpPr>
          <p:cNvPr id="49" name="TextBox 48"/>
          <p:cNvSpPr txBox="1"/>
          <p:nvPr/>
        </p:nvSpPr>
        <p:spPr>
          <a:xfrm>
            <a:off x="8756172" y="4190878"/>
            <a:ext cx="2430108" cy="91512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0000"/>
              </a:lnSpc>
              <a:spcAft>
                <a:spcPts val="352"/>
              </a:spcAft>
              <a:defRPr sz="1320" b="0">
                <a:solidFill>
                  <a:srgbClr val="000000"/>
                </a:solidFill>
                <a:latin typeface="Aptos"/>
              </a:defRPr>
            </a:pPr>
            <a:r>
              <a:rPr lang="en-US" b="1"/>
              <a:t>Reapply</a:t>
            </a:r>
            <a:r>
              <a:t> the same blocking rules.</a:t>
            </a:r>
            <a:endParaRPr lang="en-US"/>
          </a:p>
          <a:p>
            <a:pPr>
              <a:lnSpc>
                <a:spcPct val="100000"/>
              </a:lnSpc>
              <a:spcAft>
                <a:spcPts val="352"/>
              </a:spcAft>
              <a:defRPr sz="1320" b="0">
                <a:solidFill>
                  <a:srgbClr val="000000"/>
                </a:solidFill>
                <a:latin typeface="Aptos"/>
              </a:defRPr>
            </a:pPr>
            <a:r>
              <a:rPr lang="en-US" b="1"/>
              <a:t>Use the trained model</a:t>
            </a:r>
            <a:r>
              <a:t> to score candidate pairs.</a:t>
            </a:r>
            <a:endParaRPr lang="en-US"/>
          </a:p>
          <a:p>
            <a:pPr>
              <a:lnSpc>
                <a:spcPct val="100000"/>
              </a:lnSpc>
              <a:spcAft>
                <a:spcPts val="352"/>
              </a:spcAft>
              <a:defRPr sz="1320" b="0">
                <a:solidFill>
                  <a:srgbClr val="000000"/>
                </a:solidFill>
                <a:latin typeface="Aptos"/>
              </a:defRPr>
            </a:pPr>
            <a:r>
              <a:rPr lang="en-US" b="1"/>
              <a:t>Output:</a:t>
            </a:r>
            <a:r>
              <a:t> match probabilities</a:t>
            </a:r>
            <a:endParaRPr lang="en-US"/>
          </a:p>
        </p:txBody>
      </p:sp>
      <p:sp>
        <p:nvSpPr>
          <p:cNvPr id="50" name="Rectangle 49"/>
          <p:cNvSpPr/>
          <p:nvPr/>
        </p:nvSpPr>
        <p:spPr>
          <a:xfrm>
            <a:off x="5386791" y="3716121"/>
            <a:ext cx="2695651" cy="1931212"/>
          </a:xfrm>
          <a:prstGeom prst="rect">
            <a:avLst/>
          </a:prstGeom>
          <a:solidFill>
            <a:srgbClr val="FFFFFF"/>
          </a:solidFill>
          <a:ln w="8941">
            <a:solidFill>
              <a:srgbClr val="4C8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Rectangle 50"/>
          <p:cNvSpPr/>
          <p:nvPr/>
        </p:nvSpPr>
        <p:spPr>
          <a:xfrm>
            <a:off x="5386791" y="3716121"/>
            <a:ext cx="2695651" cy="386242"/>
          </a:xfrm>
          <a:prstGeom prst="rect">
            <a:avLst/>
          </a:prstGeom>
          <a:solidFill>
            <a:srgbClr val="002869"/>
          </a:solidFill>
          <a:ln w="8941">
            <a:solidFill>
              <a:srgbClr val="0057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5483352" y="3772448"/>
            <a:ext cx="2502529" cy="26161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64"/>
              </a:spcAft>
              <a:defRPr sz="1496" b="1">
                <a:solidFill>
                  <a:srgbClr val="FFFFFF"/>
                </a:solidFill>
                <a:latin typeface="Aptos"/>
              </a:defRPr>
            </a:pPr>
            <a:r>
              <a:t>5  Classify matches</a:t>
            </a:r>
            <a:endParaRPr lang="en-US"/>
          </a:p>
        </p:txBody>
      </p:sp>
      <p:sp>
        <p:nvSpPr>
          <p:cNvPr id="53" name="TextBox 52"/>
          <p:cNvSpPr txBox="1"/>
          <p:nvPr/>
        </p:nvSpPr>
        <p:spPr>
          <a:xfrm>
            <a:off x="5499444" y="4190878"/>
            <a:ext cx="2470343" cy="142564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0000"/>
              </a:lnSpc>
              <a:spcAft>
                <a:spcPts val="352"/>
              </a:spcAft>
              <a:defRPr sz="1276" b="0">
                <a:solidFill>
                  <a:srgbClr val="000000"/>
                </a:solidFill>
                <a:latin typeface="Aptos"/>
              </a:defRPr>
            </a:pPr>
            <a:r>
              <a:rPr lang="en-US" b="1" dirty="0"/>
              <a:t>Set duplicate and review thresholds</a:t>
            </a:r>
            <a:r>
              <a:rPr dirty="0"/>
              <a:t> through probability spot checks.</a:t>
            </a:r>
            <a:endParaRPr lang="en-US"/>
          </a:p>
          <a:p>
            <a:pPr>
              <a:lnSpc>
                <a:spcPct val="100000"/>
              </a:lnSpc>
              <a:spcAft>
                <a:spcPts val="352"/>
              </a:spcAft>
              <a:defRPr sz="1276" b="0">
                <a:solidFill>
                  <a:srgbClr val="000000"/>
                </a:solidFill>
                <a:latin typeface="Aptos"/>
              </a:defRPr>
            </a:pPr>
            <a:r>
              <a:rPr lang="en-US" b="1" dirty="0"/>
              <a:t>Apply thresholds + account rules:</a:t>
            </a:r>
            <a:r>
              <a:rPr dirty="0"/>
              <a:t> master ID, account ID, exact attribute matches and fuzzy account names.</a:t>
            </a:r>
            <a:endParaRPr lang="en-US"/>
          </a:p>
        </p:txBody>
      </p:sp>
      <p:sp>
        <p:nvSpPr>
          <p:cNvPr id="54" name="Rectangle 53"/>
          <p:cNvSpPr/>
          <p:nvPr/>
        </p:nvSpPr>
        <p:spPr>
          <a:xfrm>
            <a:off x="3530193" y="3772448"/>
            <a:ext cx="1303568" cy="402336"/>
          </a:xfrm>
          <a:prstGeom prst="rect">
            <a:avLst/>
          </a:prstGeom>
          <a:solidFill>
            <a:srgbClr val="FFFFFF"/>
          </a:solidFill>
          <a:ln w="8941">
            <a:solidFill>
              <a:srgbClr val="0057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3602614" y="3869009"/>
            <a:ext cx="1166774" cy="18960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64"/>
              </a:spcAft>
              <a:defRPr sz="1232" b="1">
                <a:solidFill>
                  <a:srgbClr val="000000"/>
                </a:solidFill>
                <a:latin typeface="Aptos"/>
              </a:defRPr>
            </a:pPr>
            <a:r>
              <a:t>Duplicate</a:t>
            </a:r>
            <a:endParaRPr lang="en-US"/>
          </a:p>
        </p:txBody>
      </p:sp>
      <p:sp>
        <p:nvSpPr>
          <p:cNvPr id="56" name="Rectangle 55"/>
          <p:cNvSpPr/>
          <p:nvPr/>
        </p:nvSpPr>
        <p:spPr>
          <a:xfrm>
            <a:off x="3530193" y="4231111"/>
            <a:ext cx="1303568" cy="402336"/>
          </a:xfrm>
          <a:prstGeom prst="rect">
            <a:avLst/>
          </a:prstGeom>
          <a:solidFill>
            <a:srgbClr val="FFFFFF"/>
          </a:solidFill>
          <a:ln w="8941">
            <a:solidFill>
              <a:srgbClr val="0057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3602614" y="4327672"/>
            <a:ext cx="1166774" cy="18960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64"/>
              </a:spcAft>
              <a:defRPr sz="1232" b="1">
                <a:solidFill>
                  <a:srgbClr val="000000"/>
                </a:solidFill>
                <a:latin typeface="Aptos"/>
              </a:defRPr>
            </a:pPr>
            <a:r>
              <a:t>Need review</a:t>
            </a:r>
            <a:endParaRPr lang="en-US"/>
          </a:p>
        </p:txBody>
      </p:sp>
      <p:sp>
        <p:nvSpPr>
          <p:cNvPr id="58" name="Rectangle 57"/>
          <p:cNvSpPr/>
          <p:nvPr/>
        </p:nvSpPr>
        <p:spPr>
          <a:xfrm>
            <a:off x="3530193" y="4689774"/>
            <a:ext cx="1303568" cy="402336"/>
          </a:xfrm>
          <a:prstGeom prst="rect">
            <a:avLst/>
          </a:prstGeom>
          <a:solidFill>
            <a:srgbClr val="0057AF"/>
          </a:solidFill>
          <a:ln w="8941">
            <a:solidFill>
              <a:srgbClr val="0057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3602614" y="4786335"/>
            <a:ext cx="1166774" cy="21726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64"/>
              </a:spcAft>
              <a:defRPr sz="1232" b="1">
                <a:solidFill>
                  <a:srgbClr val="FFFFFF"/>
                </a:solidFill>
                <a:latin typeface="Aptos"/>
              </a:defRPr>
            </a:pPr>
            <a:r>
              <a:t>Journey link</a:t>
            </a:r>
            <a:endParaRPr lang="en-US"/>
          </a:p>
        </p:txBody>
      </p:sp>
      <p:sp>
        <p:nvSpPr>
          <p:cNvPr id="60" name="Rectangle 59"/>
          <p:cNvSpPr/>
          <p:nvPr/>
        </p:nvSpPr>
        <p:spPr>
          <a:xfrm>
            <a:off x="3530193" y="5148437"/>
            <a:ext cx="1303568" cy="402336"/>
          </a:xfrm>
          <a:prstGeom prst="rect">
            <a:avLst/>
          </a:prstGeom>
          <a:solidFill>
            <a:srgbClr val="FFFFFF"/>
          </a:solidFill>
          <a:ln w="8941">
            <a:solidFill>
              <a:srgbClr val="0057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3602614" y="5244998"/>
            <a:ext cx="1166774" cy="18960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64"/>
              </a:spcAft>
              <a:defRPr sz="1232" b="1">
                <a:solidFill>
                  <a:srgbClr val="000000"/>
                </a:solidFill>
                <a:latin typeface="Aptos"/>
              </a:defRPr>
            </a:pPr>
            <a:r>
              <a:t>No match</a:t>
            </a:r>
            <a:endParaRPr lang="en-US"/>
          </a:p>
        </p:txBody>
      </p:sp>
      <p:sp>
        <p:nvSpPr>
          <p:cNvPr id="62" name="Rectangle 61"/>
          <p:cNvSpPr/>
          <p:nvPr/>
        </p:nvSpPr>
        <p:spPr>
          <a:xfrm>
            <a:off x="852830" y="3716121"/>
            <a:ext cx="2269175" cy="1931212"/>
          </a:xfrm>
          <a:prstGeom prst="rect">
            <a:avLst/>
          </a:prstGeom>
          <a:solidFill>
            <a:srgbClr val="FFFFFF"/>
          </a:solidFill>
          <a:ln w="8941">
            <a:solidFill>
              <a:srgbClr val="4C8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Rectangle 62"/>
          <p:cNvSpPr/>
          <p:nvPr/>
        </p:nvSpPr>
        <p:spPr>
          <a:xfrm>
            <a:off x="852830" y="3716121"/>
            <a:ext cx="2269175" cy="386242"/>
          </a:xfrm>
          <a:prstGeom prst="rect">
            <a:avLst/>
          </a:prstGeom>
          <a:solidFill>
            <a:srgbClr val="002869"/>
          </a:solidFill>
          <a:ln w="8941">
            <a:solidFill>
              <a:srgbClr val="0057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TextBox 63"/>
          <p:cNvSpPr txBox="1"/>
          <p:nvPr/>
        </p:nvSpPr>
        <p:spPr>
          <a:xfrm>
            <a:off x="949391" y="3772448"/>
            <a:ext cx="2076053" cy="5232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64"/>
              </a:spcAft>
              <a:defRPr sz="1496" b="1">
                <a:solidFill>
                  <a:srgbClr val="FFFFFF"/>
                </a:solidFill>
                <a:latin typeface="Aptos"/>
              </a:defRPr>
            </a:pPr>
            <a:r>
              <a:t>6  Corroborate journey</a:t>
            </a:r>
            <a:endParaRPr lang="en-US"/>
          </a:p>
        </p:txBody>
      </p:sp>
      <p:sp>
        <p:nvSpPr>
          <p:cNvPr id="65" name="TextBox 64"/>
          <p:cNvSpPr txBox="1"/>
          <p:nvPr/>
        </p:nvSpPr>
        <p:spPr>
          <a:xfrm>
            <a:off x="965484" y="4190878"/>
            <a:ext cx="2043866" cy="103297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0000"/>
              </a:lnSpc>
              <a:spcAft>
                <a:spcPts val="352"/>
              </a:spcAft>
              <a:defRPr sz="1276" b="0">
                <a:solidFill>
                  <a:srgbClr val="000000"/>
                </a:solidFill>
                <a:latin typeface="Aptos"/>
              </a:defRPr>
            </a:pPr>
            <a:r>
              <a:rPr lang="en-US" b="1"/>
              <a:t>Compare</a:t>
            </a:r>
            <a:r>
              <a:t> LinkedIn profile and account names.</a:t>
            </a:r>
            <a:endParaRPr lang="en-US"/>
          </a:p>
          <a:p>
            <a:pPr>
              <a:lnSpc>
                <a:spcPct val="100000"/>
              </a:lnSpc>
              <a:spcAft>
                <a:spcPts val="352"/>
              </a:spcAft>
              <a:defRPr sz="1276" b="0">
                <a:solidFill>
                  <a:srgbClr val="000000"/>
                </a:solidFill>
                <a:latin typeface="Aptos"/>
              </a:defRPr>
            </a:pPr>
            <a:r>
              <a:rPr lang="en-US" b="1"/>
              <a:t>Check</a:t>
            </a:r>
            <a:r>
              <a:t> contact creation dates </a:t>
            </a:r>
            <a:r>
              <a:rPr lang="en-US"/>
              <a:t>against </a:t>
            </a:r>
            <a:r>
              <a:t>job start/end dates.</a:t>
            </a:r>
            <a:endParaRPr lang="en-US"/>
          </a:p>
        </p:txBody>
      </p:sp>
      <p:sp>
        <p:nvSpPr>
          <p:cNvPr id="67" name="Corroboration output label"/>
          <p:cNvSpPr txBox="1"/>
          <p:nvPr/>
        </p:nvSpPr>
        <p:spPr>
          <a:xfrm>
            <a:off x="852830" y="5888736"/>
            <a:ext cx="2373782" cy="36343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64"/>
              </a:spcAft>
              <a:defRPr sz="1056" b="1">
                <a:solidFill>
                  <a:srgbClr val="5A798C"/>
                </a:solidFill>
                <a:latin typeface="Aptos"/>
              </a:defRPr>
            </a:pPr>
            <a:r>
              <a:t>LinkedIn-corroborated
journey link pairs</a:t>
            </a:r>
            <a:endParaRPr lang="en-US"/>
          </a:p>
        </p:txBody>
      </p:sp>
      <p:cxnSp>
        <p:nvCxnSpPr>
          <p:cNvPr id="68" name="Connector 67"/>
          <p:cNvCxnSpPr/>
          <p:nvPr/>
        </p:nvCxnSpPr>
        <p:spPr>
          <a:xfrm>
            <a:off x="1987417" y="5647334"/>
            <a:ext cx="0" cy="112654"/>
          </a:xfrm>
          <a:prstGeom prst="line">
            <a:avLst/>
          </a:prstGeom>
          <a:ln w="14529">
            <a:solidFill>
              <a:srgbClr val="0057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>
            <a:off x="1987417" y="5759988"/>
            <a:ext cx="8466612" cy="0"/>
          </a:xfrm>
          <a:prstGeom prst="line">
            <a:avLst/>
          </a:prstGeom>
          <a:ln w="14529">
            <a:solidFill>
              <a:srgbClr val="0057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Corroboration class Confirmed"/>
          <p:cNvSpPr/>
          <p:nvPr/>
        </p:nvSpPr>
        <p:spPr>
          <a:xfrm>
            <a:off x="3484473" y="5985296"/>
            <a:ext cx="1770278" cy="370149"/>
          </a:xfrm>
          <a:prstGeom prst="rect">
            <a:avLst/>
          </a:prstGeom>
          <a:solidFill>
            <a:srgbClr val="FFFFFF"/>
          </a:solidFill>
          <a:ln w="8941">
            <a:solidFill>
              <a:srgbClr val="0057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Corroboration label Confirmed"/>
          <p:cNvSpPr txBox="1"/>
          <p:nvPr/>
        </p:nvSpPr>
        <p:spPr>
          <a:xfrm>
            <a:off x="3556894" y="6053693"/>
            <a:ext cx="1625437" cy="18960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1232" b="1">
                <a:solidFill>
                  <a:srgbClr val="000000"/>
                </a:solidFill>
                <a:latin typeface="Aptos"/>
              </a:defRPr>
            </a:pPr>
            <a:r>
              <a:t>Confirmed</a:t>
            </a:r>
            <a:endParaRPr lang="en-US"/>
          </a:p>
        </p:txBody>
      </p:sp>
      <p:cxnSp>
        <p:nvCxnSpPr>
          <p:cNvPr id="72" name="Connector 71"/>
          <p:cNvCxnSpPr/>
          <p:nvPr/>
        </p:nvCxnSpPr>
        <p:spPr>
          <a:xfrm>
            <a:off x="4369612" y="5759988"/>
            <a:ext cx="0" cy="225308"/>
          </a:xfrm>
          <a:prstGeom prst="line">
            <a:avLst/>
          </a:prstGeom>
          <a:ln w="14529">
            <a:solidFill>
              <a:srgbClr val="0057A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Corroboration class Ambiguous"/>
          <p:cNvSpPr/>
          <p:nvPr/>
        </p:nvSpPr>
        <p:spPr>
          <a:xfrm>
            <a:off x="5512612" y="5985296"/>
            <a:ext cx="1770278" cy="370149"/>
          </a:xfrm>
          <a:prstGeom prst="rect">
            <a:avLst/>
          </a:prstGeom>
          <a:solidFill>
            <a:srgbClr val="FFFFFF"/>
          </a:solidFill>
          <a:ln w="8941">
            <a:solidFill>
              <a:srgbClr val="0057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Corroboration label Ambiguous"/>
          <p:cNvSpPr txBox="1"/>
          <p:nvPr/>
        </p:nvSpPr>
        <p:spPr>
          <a:xfrm>
            <a:off x="5585033" y="6053693"/>
            <a:ext cx="1625437" cy="18960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1232" b="1">
                <a:solidFill>
                  <a:srgbClr val="000000"/>
                </a:solidFill>
                <a:latin typeface="Aptos"/>
              </a:defRPr>
            </a:pPr>
            <a:r>
              <a:t>Ambiguous</a:t>
            </a:r>
            <a:endParaRPr lang="en-US"/>
          </a:p>
        </p:txBody>
      </p:sp>
      <p:cxnSp>
        <p:nvCxnSpPr>
          <p:cNvPr id="75" name="Connector 74"/>
          <p:cNvCxnSpPr/>
          <p:nvPr/>
        </p:nvCxnSpPr>
        <p:spPr>
          <a:xfrm>
            <a:off x="6397752" y="5759988"/>
            <a:ext cx="0" cy="225308"/>
          </a:xfrm>
          <a:prstGeom prst="line">
            <a:avLst/>
          </a:prstGeom>
          <a:ln w="14529">
            <a:solidFill>
              <a:srgbClr val="0057A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Corroboration class Contradicted"/>
          <p:cNvSpPr/>
          <p:nvPr/>
        </p:nvSpPr>
        <p:spPr>
          <a:xfrm>
            <a:off x="7540752" y="5985296"/>
            <a:ext cx="1770278" cy="370149"/>
          </a:xfrm>
          <a:prstGeom prst="rect">
            <a:avLst/>
          </a:prstGeom>
          <a:solidFill>
            <a:srgbClr val="FFFFFF"/>
          </a:solidFill>
          <a:ln w="8941">
            <a:solidFill>
              <a:srgbClr val="0057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Corroboration label Contradicted"/>
          <p:cNvSpPr txBox="1"/>
          <p:nvPr/>
        </p:nvSpPr>
        <p:spPr>
          <a:xfrm>
            <a:off x="7613172" y="6053693"/>
            <a:ext cx="1625437" cy="18960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1232" b="1">
                <a:solidFill>
                  <a:srgbClr val="000000"/>
                </a:solidFill>
                <a:latin typeface="Aptos"/>
              </a:defRPr>
            </a:pPr>
            <a:r>
              <a:t>Contradicted</a:t>
            </a:r>
            <a:endParaRPr lang="en-US"/>
          </a:p>
        </p:txBody>
      </p:sp>
      <p:cxnSp>
        <p:nvCxnSpPr>
          <p:cNvPr id="78" name="Connector 77"/>
          <p:cNvCxnSpPr/>
          <p:nvPr/>
        </p:nvCxnSpPr>
        <p:spPr>
          <a:xfrm>
            <a:off x="8425891" y="5759988"/>
            <a:ext cx="0" cy="225308"/>
          </a:xfrm>
          <a:prstGeom prst="line">
            <a:avLst/>
          </a:prstGeom>
          <a:ln w="14529">
            <a:solidFill>
              <a:srgbClr val="0057A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Corroboration class No evidence"/>
          <p:cNvSpPr/>
          <p:nvPr/>
        </p:nvSpPr>
        <p:spPr>
          <a:xfrm>
            <a:off x="9568891" y="5985296"/>
            <a:ext cx="1770278" cy="370149"/>
          </a:xfrm>
          <a:prstGeom prst="rect">
            <a:avLst/>
          </a:prstGeom>
          <a:solidFill>
            <a:srgbClr val="FFFFFF"/>
          </a:solidFill>
          <a:ln w="8941">
            <a:solidFill>
              <a:srgbClr val="0057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0" name="Corroboration label No evidence"/>
          <p:cNvSpPr txBox="1"/>
          <p:nvPr/>
        </p:nvSpPr>
        <p:spPr>
          <a:xfrm>
            <a:off x="9641311" y="6053693"/>
            <a:ext cx="1625437" cy="18960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1232" b="1">
                <a:solidFill>
                  <a:srgbClr val="000000"/>
                </a:solidFill>
                <a:latin typeface="Aptos"/>
              </a:defRPr>
            </a:pPr>
            <a:r>
              <a:t>No evidence</a:t>
            </a:r>
            <a:endParaRPr lang="en-US"/>
          </a:p>
        </p:txBody>
      </p:sp>
      <p:cxnSp>
        <p:nvCxnSpPr>
          <p:cNvPr id="81" name="Connector 80"/>
          <p:cNvCxnSpPr/>
          <p:nvPr/>
        </p:nvCxnSpPr>
        <p:spPr>
          <a:xfrm>
            <a:off x="10454030" y="5759988"/>
            <a:ext cx="0" cy="225308"/>
          </a:xfrm>
          <a:prstGeom prst="line">
            <a:avLst/>
          </a:prstGeom>
          <a:ln w="14529">
            <a:solidFill>
              <a:srgbClr val="0057A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FF5DE5-6C96-5EC8-C99D-DD4AFAA334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365760"/>
            <a:ext cx="10835640" cy="594360"/>
          </a:xfrm>
        </p:spPr>
        <p:txBody>
          <a:bodyPr wrap="square" lIns="0" tIns="0" rIns="0" bIns="0">
            <a:normAutofit fontScale="90000"/>
          </a:bodyPr>
          <a:lstStyle/>
          <a:p>
            <a:pPr marL="0" indent="0">
              <a:lnSpc>
                <a:spcPct val="115000"/>
              </a:lnSpc>
              <a:spcAft>
                <a:spcPts val="1500"/>
              </a:spcAft>
              <a:buNone/>
            </a:pPr>
            <a:r>
              <a:rPr lang="en-US" sz="3600" b="0">
                <a:solidFill>
                  <a:srgbClr val="002869"/>
                </a:solidFill>
                <a:latin typeface="Aptos"/>
              </a:rPr>
              <a:t>Next Steps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13339E-80DB-735B-913E-D09B0399596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50392" y="1389888"/>
            <a:ext cx="10451592" cy="585216"/>
          </a:xfrm>
          <a:solidFill>
            <a:srgbClr val="EAF3FB"/>
          </a:solidFill>
          <a:ln>
            <a:noFill/>
          </a:ln>
        </p:spPr>
        <p:txBody>
          <a:bodyPr wrap="square" lIns="155448" tIns="0" rIns="155448" bIns="0" anchor="ctr">
            <a:norm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>
                <a:solidFill>
                  <a:srgbClr val="002869"/>
                </a:solidFill>
                <a:latin typeface="Aptos"/>
              </a:rPr>
              <a:t>Validation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157984"/>
            <a:ext cx="10058400" cy="33650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>
              <a:lnSpc>
                <a:spcPct val="115000"/>
              </a:lnSpc>
              <a:spcAft>
                <a:spcPts val="1500"/>
              </a:spcAft>
              <a:buNone/>
            </a:pPr>
            <a:r>
              <a:rPr lang="en-US" sz="2000" b="0">
                <a:solidFill>
                  <a:srgbClr val="000000"/>
                </a:solidFill>
                <a:latin typeface="Aptos"/>
              </a:rPr>
              <a:t>Prepare and share duplicate-contact and journey-link results for review.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" y="3015734"/>
            <a:ext cx="10451592" cy="369332"/>
          </a:xfrm>
          <a:prstGeom prst="rect">
            <a:avLst/>
          </a:prstGeom>
          <a:solidFill>
            <a:srgbClr val="EAF3FB"/>
          </a:solidFill>
          <a:ln>
            <a:noFill/>
          </a:ln>
        </p:spPr>
        <p:txBody>
          <a:bodyPr wrap="square" lIns="155448" tIns="0" rIns="155448" bIns="0" anchor="ctr">
            <a:sp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>
                <a:solidFill>
                  <a:srgbClr val="002869"/>
                </a:solidFill>
                <a:latin typeface="Aptos"/>
              </a:rPr>
              <a:t>Algorithm Accuracy Improvements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794760"/>
            <a:ext cx="4663440" cy="33650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>
              <a:lnSpc>
                <a:spcPct val="115000"/>
              </a:lnSpc>
              <a:spcAft>
                <a:spcPts val="1500"/>
              </a:spcAft>
              <a:buNone/>
            </a:pPr>
            <a:r>
              <a:rPr lang="en-US" sz="2000" b="1">
                <a:solidFill>
                  <a:srgbClr val="002869"/>
                </a:solidFill>
                <a:latin typeface="Aptos"/>
              </a:rPr>
              <a:t>Identity Matching Model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4389120"/>
            <a:ext cx="4663440" cy="140564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>
              <a:lnSpc>
                <a:spcPct val="108000"/>
              </a:lnSpc>
              <a:spcAft>
                <a:spcPts val="1200"/>
              </a:spcAft>
              <a:buNone/>
            </a:pPr>
            <a:r>
              <a:rPr lang="en-US" sz="1900" b="0">
                <a:solidFill>
                  <a:srgbClr val="000000"/>
                </a:solidFill>
                <a:latin typeface="Aptos"/>
              </a:rPr>
              <a:t>Find more potential journey links </a:t>
            </a:r>
            <a:r>
              <a:rPr lang="en-US" sz="1900" b="0" dirty="0">
                <a:solidFill>
                  <a:srgbClr val="000000"/>
                </a:solidFill>
                <a:latin typeface="Aptos"/>
              </a:rPr>
              <a:t>by including previously excluded </a:t>
            </a:r>
            <a:r>
              <a:rPr lang="en-US" sz="1900" b="0">
                <a:solidFill>
                  <a:srgbClr val="000000"/>
                </a:solidFill>
                <a:latin typeface="Aptos"/>
              </a:rPr>
              <a:t>record pairs.</a:t>
            </a:r>
            <a:endParaRPr lang="en-US" sz="1900" b="0" dirty="0">
              <a:solidFill>
                <a:srgbClr val="000000"/>
              </a:solidFill>
              <a:latin typeface="Aptos"/>
            </a:endParaRPr>
          </a:p>
          <a:p>
            <a:pPr marL="0" indent="0">
              <a:lnSpc>
                <a:spcPct val="108000"/>
              </a:lnSpc>
              <a:spcAft>
                <a:spcPts val="1200"/>
              </a:spcAft>
              <a:buNone/>
            </a:pPr>
            <a:r>
              <a:rPr lang="en-US" sz="1900" b="0">
                <a:solidFill>
                  <a:srgbClr val="000000"/>
                </a:solidFill>
                <a:latin typeface="Aptos"/>
              </a:rPr>
              <a:t>Use </a:t>
            </a:r>
            <a:r>
              <a:rPr lang="en-US" sz="1900" b="0" dirty="0">
                <a:solidFill>
                  <a:srgbClr val="000000"/>
                </a:solidFill>
                <a:latin typeface="Aptos"/>
              </a:rPr>
              <a:t>labeled </a:t>
            </a:r>
            <a:r>
              <a:rPr lang="en-US" sz="1900" b="0">
                <a:solidFill>
                  <a:srgbClr val="000000"/>
                </a:solidFill>
                <a:latin typeface="Aptos"/>
              </a:rPr>
              <a:t>validation </a:t>
            </a:r>
            <a:r>
              <a:rPr lang="en-US" sz="1900" b="0" dirty="0">
                <a:solidFill>
                  <a:srgbClr val="000000"/>
                </a:solidFill>
                <a:latin typeface="Aptos"/>
              </a:rPr>
              <a:t>data </a:t>
            </a:r>
            <a:r>
              <a:rPr lang="en-US" sz="1900" b="0">
                <a:solidFill>
                  <a:srgbClr val="000000"/>
                </a:solidFill>
                <a:latin typeface="Aptos"/>
              </a:rPr>
              <a:t>to support semi-supervised learning.</a:t>
            </a:r>
            <a:endParaRPr lang="en-US" sz="1900" b="0" dirty="0">
              <a:solidFill>
                <a:srgbClr val="000000"/>
              </a:solidFill>
              <a:latin typeface="Aptos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6345936" y="3794760"/>
            <a:ext cx="4956048" cy="33650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>
              <a:lnSpc>
                <a:spcPct val="115000"/>
              </a:lnSpc>
              <a:spcAft>
                <a:spcPts val="1500"/>
              </a:spcAft>
              <a:buNone/>
            </a:pPr>
            <a:r>
              <a:rPr lang="en-US" sz="2000" b="1">
                <a:solidFill>
                  <a:srgbClr val="002869"/>
                </a:solidFill>
                <a:latin typeface="Aptos"/>
              </a:rPr>
              <a:t>Account Matching Improvements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45936" y="4389120"/>
            <a:ext cx="4956048" cy="219111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>
              <a:lnSpc>
                <a:spcPct val="108000"/>
              </a:lnSpc>
              <a:spcAft>
                <a:spcPts val="1200"/>
              </a:spcAft>
              <a:buNone/>
            </a:pPr>
            <a:r>
              <a:rPr lang="en-US" sz="1900" b="0">
                <a:solidFill>
                  <a:srgbClr val="000000"/>
                </a:solidFill>
                <a:latin typeface="Aptos"/>
              </a:rPr>
              <a:t>Use company alias mapping to link alternative company names to the same account.</a:t>
            </a:r>
          </a:p>
          <a:p>
            <a:pPr marL="0" indent="0">
              <a:lnSpc>
                <a:spcPct val="108000"/>
              </a:lnSpc>
              <a:spcAft>
                <a:spcPts val="1200"/>
              </a:spcAft>
              <a:buNone/>
            </a:pPr>
            <a:r>
              <a:rPr lang="en-US" sz="1900" b="0">
                <a:solidFill>
                  <a:srgbClr val="000000"/>
                </a:solidFill>
                <a:latin typeface="Aptos"/>
              </a:rPr>
              <a:t>Refine matching rules using labeled validation data.</a:t>
            </a:r>
          </a:p>
          <a:p>
            <a:pPr marL="0" indent="0">
              <a:lnSpc>
                <a:spcPct val="108000"/>
              </a:lnSpc>
              <a:spcAft>
                <a:spcPts val="1200"/>
              </a:spcAft>
              <a:buNone/>
            </a:pPr>
            <a:r>
              <a:rPr lang="en-US" sz="1900" b="0">
                <a:solidFill>
                  <a:srgbClr val="000000"/>
                </a:solidFill>
                <a:latin typeface="Aptos"/>
              </a:rPr>
              <a:t>Compare results with the existing Fellegi-Sunter account deduplication model.</a:t>
            </a:r>
          </a:p>
        </p:txBody>
      </p:sp>
    </p:spTree>
    <p:extLst>
      <p:ext uri="{BB962C8B-B14F-4D97-AF65-F5344CB8AC3E}">
        <p14:creationId xmlns:p14="http://schemas.microsoft.com/office/powerpoint/2010/main" val="181967700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325</TotalTime>
  <Words>666</Words>
  <Application>Microsoft Office PowerPoint</Application>
  <PresentationFormat>Widescreen</PresentationFormat>
  <Paragraphs>108</Paragraphs>
  <Slides>6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Aptos</vt:lpstr>
      <vt:lpstr>Aptos Display</vt:lpstr>
      <vt:lpstr>Arial</vt:lpstr>
      <vt:lpstr>Office Theme</vt:lpstr>
      <vt:lpstr>PowerPoint Presentation</vt:lpstr>
      <vt:lpstr>&lt;Project Name&gt; - PoC</vt:lpstr>
      <vt:lpstr>Data Sources &amp; Scope</vt:lpstr>
      <vt:lpstr>Solution – High Level Design</vt:lpstr>
      <vt:lpstr>Contact Matching and Engagement Workflow</vt:lpstr>
      <vt:lpstr>Next Steps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Eternal Centurion</dc:creator>
  <cp:lastModifiedBy>Eternal Centurion</cp:lastModifiedBy>
  <cp:revision>2</cp:revision>
  <dcterms:created xsi:type="dcterms:W3CDTF">2026-10-01T12:35:26Z</dcterms:created>
  <dcterms:modified xsi:type="dcterms:W3CDTF">2026-10-02T16:37:13Z</dcterms:modified>
</cp:coreProperties>
</file>